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1f71ec8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1f71ec8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1fa1f34b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1fa1f34b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2288cda2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2288cda2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c2d591f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c2d591f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OHM SWEET HOME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Update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44502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Sensor Front End and Signal Conditioning (Kim Peteros and Lawson Parr)</a:t>
            </a:r>
            <a:endParaRPr sz="21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Completed: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Scaled down circuit from 200A to 5A max load input.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Component values finalized for scaled down circuit.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Circuit integration with Lawson completed and simulations verified.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In Progress: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Sensor Front End PCB redesign.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Full PCB integration with Signal Conditioning and Embedded Systems.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17725"/>
            <a:ext cx="4267203" cy="200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286625"/>
            <a:ext cx="4267199" cy="1312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Embedded Systems (Caiden Rueben)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Completed:</a:t>
            </a:r>
            <a:endParaRPr b="1" sz="14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200"/>
              <a:t>Built the ESP32 MCU schematic with a regulated 3.3 V supply and proper decoupling for reliable operation.</a:t>
            </a:r>
            <a:endParaRPr sz="12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200"/>
              <a:t>Added reset, boot, and UART programming support to match ESP32 dev-kit behavior and ensure recoverability.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In Progress</a:t>
            </a:r>
            <a:endParaRPr sz="14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Full schematic + PCB integration with Signal Conditioning and Sensor Front End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PCB Ordering</a:t>
            </a:r>
            <a:endParaRPr sz="1200"/>
          </a:p>
        </p:txBody>
      </p:sp>
      <p:pic>
        <p:nvPicPr>
          <p:cNvPr id="70" name="Google Shape;70;p15" title="Screenshot 2026-01-26 1659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40225"/>
            <a:ext cx="4267199" cy="2946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(Joshua Le)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/>
              <a:t>Completed:</a:t>
            </a:r>
            <a:endParaRPr b="1" sz="1400"/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SzPct val="125000"/>
              <a:buChar char="●"/>
            </a:pPr>
            <a:r>
              <a:rPr lang="en" sz="1200"/>
              <a:t>Finalized the cloud architecture: Google Cloud Run for the ML inference c</a:t>
            </a:r>
            <a:r>
              <a:rPr lang="en" sz="1200"/>
              <a:t>ontainer</a:t>
            </a:r>
            <a:endParaRPr sz="12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25000"/>
              <a:buChar char="●"/>
            </a:pPr>
            <a:r>
              <a:rPr lang="en" sz="1200"/>
              <a:t>Refactored the Flask API for production use (clean /predict and /health endpoints, updated appliance power table, and total-wattage output). </a:t>
            </a:r>
            <a:endParaRPr sz="12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25000"/>
              <a:buChar char="●"/>
            </a:pPr>
            <a:r>
              <a:rPr lang="en" sz="1200"/>
              <a:t>Ran stress tests on synthetic multi-appliance mixes; currently around 60% exact-match accuracy with ~40 ms average latency.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In Progress</a:t>
            </a:r>
            <a:endParaRPr sz="1400"/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Deploy the existing Dockerized API to a test Cloud Run service and verify scaling/latency. 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Build a “mock ESP32” Python client that streams synthetic frames to Cloud Run and writes predictions to Firebase so we can exercise the pipeline before the PCB arrives.</a:t>
            </a:r>
            <a:endParaRPr sz="1200"/>
          </a:p>
        </p:txBody>
      </p:sp>
      <p:pic>
        <p:nvPicPr>
          <p:cNvPr id="77" name="Google Shape;77;p16" title="Screenshot 2025-12-02 at 9.39.1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4825" y="94375"/>
            <a:ext cx="2326774" cy="234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Screenshot 2025-12-02 at 9.32.1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4825" y="2498275"/>
            <a:ext cx="2326775" cy="2377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Development (Vivek Samuel)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367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Completed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Set up/fixed user authentication so users have an individual user id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In </a:t>
            </a:r>
            <a:r>
              <a:rPr lang="en" sz="1100"/>
              <a:t>progress</a:t>
            </a:r>
            <a:r>
              <a:rPr lang="en" sz="1100"/>
              <a:t>: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Working on the backfill algorithm and making sure the app works with the database.</a:t>
            </a:r>
            <a:br>
              <a:rPr lang="en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3124" y="2036013"/>
            <a:ext cx="2632649" cy="16493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4475" y="1868237"/>
            <a:ext cx="1775510" cy="198488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