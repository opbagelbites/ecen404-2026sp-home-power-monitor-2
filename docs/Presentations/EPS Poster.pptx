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Lst>
  <p:sldSz cy="32918400" cx="43891200"/>
  <p:notesSz cx="6858000" cy="9144000"/>
  <p:embeddedFontLst>
    <p:embeddedFont>
      <p:font typeface="Sora"/>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902DFD-B05A-4CA2-B686-16B8C4A93C18}">
  <a:tblStyle styleId="{BE902DFD-B05A-4CA2-B686-16B8C4A93C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Sora-regular.fntdata"/><Relationship Id="rId8" Type="http://schemas.openxmlformats.org/officeDocument/2006/relationships/font" Target="fonts/Sor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4838"/>
              <a:buFont typeface="Arial"/>
              <a:buNone/>
            </a:pPr>
            <a:r>
              <a:t/>
            </a:r>
            <a:endParaRPr/>
          </a:p>
        </p:txBody>
      </p:sp>
      <p:sp>
        <p:nvSpPr>
          <p:cNvPr id="65" name="Google Shape;6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496200" y="4765280"/>
            <a:ext cx="40899000" cy="131367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7700"/>
              <a:buNone/>
              <a:defRPr sz="27700"/>
            </a:lvl1pPr>
            <a:lvl2pPr lvl="1" algn="ctr">
              <a:spcBef>
                <a:spcPts val="0"/>
              </a:spcBef>
              <a:spcAft>
                <a:spcPts val="0"/>
              </a:spcAft>
              <a:buSzPts val="27700"/>
              <a:buNone/>
              <a:defRPr sz="27700"/>
            </a:lvl2pPr>
            <a:lvl3pPr lvl="2" algn="ctr">
              <a:spcBef>
                <a:spcPts val="0"/>
              </a:spcBef>
              <a:spcAft>
                <a:spcPts val="0"/>
              </a:spcAft>
              <a:buSzPts val="27700"/>
              <a:buNone/>
              <a:defRPr sz="27700"/>
            </a:lvl3pPr>
            <a:lvl4pPr lvl="3" algn="ctr">
              <a:spcBef>
                <a:spcPts val="0"/>
              </a:spcBef>
              <a:spcAft>
                <a:spcPts val="0"/>
              </a:spcAft>
              <a:buSzPts val="27700"/>
              <a:buNone/>
              <a:defRPr sz="27700"/>
            </a:lvl4pPr>
            <a:lvl5pPr lvl="4" algn="ctr">
              <a:spcBef>
                <a:spcPts val="0"/>
              </a:spcBef>
              <a:spcAft>
                <a:spcPts val="0"/>
              </a:spcAft>
              <a:buSzPts val="27700"/>
              <a:buNone/>
              <a:defRPr sz="27700"/>
            </a:lvl5pPr>
            <a:lvl6pPr lvl="5" algn="ctr">
              <a:spcBef>
                <a:spcPts val="0"/>
              </a:spcBef>
              <a:spcAft>
                <a:spcPts val="0"/>
              </a:spcAft>
              <a:buSzPts val="27700"/>
              <a:buNone/>
              <a:defRPr sz="27700"/>
            </a:lvl6pPr>
            <a:lvl7pPr lvl="6" algn="ctr">
              <a:spcBef>
                <a:spcPts val="0"/>
              </a:spcBef>
              <a:spcAft>
                <a:spcPts val="0"/>
              </a:spcAft>
              <a:buSzPts val="27700"/>
              <a:buNone/>
              <a:defRPr sz="27700"/>
            </a:lvl7pPr>
            <a:lvl8pPr lvl="7" algn="ctr">
              <a:spcBef>
                <a:spcPts val="0"/>
              </a:spcBef>
              <a:spcAft>
                <a:spcPts val="0"/>
              </a:spcAft>
              <a:buSzPts val="27700"/>
              <a:buNone/>
              <a:defRPr sz="27700"/>
            </a:lvl8pPr>
            <a:lvl9pPr lvl="8" algn="ctr">
              <a:spcBef>
                <a:spcPts val="0"/>
              </a:spcBef>
              <a:spcAft>
                <a:spcPts val="0"/>
              </a:spcAft>
              <a:buSzPts val="27700"/>
              <a:buNone/>
              <a:defRPr sz="27700"/>
            </a:lvl9pPr>
          </a:lstStyle>
          <a:p/>
        </p:txBody>
      </p:sp>
      <p:sp>
        <p:nvSpPr>
          <p:cNvPr id="15" name="Google Shape;15;p2"/>
          <p:cNvSpPr txBox="1"/>
          <p:nvPr>
            <p:ph idx="1" type="subTitle"/>
          </p:nvPr>
        </p:nvSpPr>
        <p:spPr>
          <a:xfrm>
            <a:off x="1496160" y="18138400"/>
            <a:ext cx="40899000" cy="5072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4900"/>
              <a:buNone/>
              <a:defRPr sz="14900"/>
            </a:lvl1pPr>
            <a:lvl2pPr lvl="1" algn="ctr">
              <a:lnSpc>
                <a:spcPct val="100000"/>
              </a:lnSpc>
              <a:spcBef>
                <a:spcPts val="0"/>
              </a:spcBef>
              <a:spcAft>
                <a:spcPts val="0"/>
              </a:spcAft>
              <a:buSzPts val="14900"/>
              <a:buNone/>
              <a:defRPr sz="14900"/>
            </a:lvl2pPr>
            <a:lvl3pPr lvl="2" algn="ctr">
              <a:lnSpc>
                <a:spcPct val="100000"/>
              </a:lnSpc>
              <a:spcBef>
                <a:spcPts val="0"/>
              </a:spcBef>
              <a:spcAft>
                <a:spcPts val="0"/>
              </a:spcAft>
              <a:buSzPts val="14900"/>
              <a:buNone/>
              <a:defRPr sz="14900"/>
            </a:lvl3pPr>
            <a:lvl4pPr lvl="3" algn="ctr">
              <a:lnSpc>
                <a:spcPct val="100000"/>
              </a:lnSpc>
              <a:spcBef>
                <a:spcPts val="0"/>
              </a:spcBef>
              <a:spcAft>
                <a:spcPts val="0"/>
              </a:spcAft>
              <a:buSzPts val="14900"/>
              <a:buNone/>
              <a:defRPr sz="14900"/>
            </a:lvl4pPr>
            <a:lvl5pPr lvl="4" algn="ctr">
              <a:lnSpc>
                <a:spcPct val="100000"/>
              </a:lnSpc>
              <a:spcBef>
                <a:spcPts val="0"/>
              </a:spcBef>
              <a:spcAft>
                <a:spcPts val="0"/>
              </a:spcAft>
              <a:buSzPts val="14900"/>
              <a:buNone/>
              <a:defRPr sz="14900"/>
            </a:lvl5pPr>
            <a:lvl6pPr lvl="5" algn="ctr">
              <a:lnSpc>
                <a:spcPct val="100000"/>
              </a:lnSpc>
              <a:spcBef>
                <a:spcPts val="0"/>
              </a:spcBef>
              <a:spcAft>
                <a:spcPts val="0"/>
              </a:spcAft>
              <a:buSzPts val="14900"/>
              <a:buNone/>
              <a:defRPr sz="14900"/>
            </a:lvl6pPr>
            <a:lvl7pPr lvl="6" algn="ctr">
              <a:lnSpc>
                <a:spcPct val="100000"/>
              </a:lnSpc>
              <a:spcBef>
                <a:spcPts val="0"/>
              </a:spcBef>
              <a:spcAft>
                <a:spcPts val="0"/>
              </a:spcAft>
              <a:buSzPts val="14900"/>
              <a:buNone/>
              <a:defRPr sz="14900"/>
            </a:lvl7pPr>
            <a:lvl8pPr lvl="7" algn="ctr">
              <a:lnSpc>
                <a:spcPct val="100000"/>
              </a:lnSpc>
              <a:spcBef>
                <a:spcPts val="0"/>
              </a:spcBef>
              <a:spcAft>
                <a:spcPts val="0"/>
              </a:spcAft>
              <a:buSzPts val="14900"/>
              <a:buNone/>
              <a:defRPr sz="14900"/>
            </a:lvl8pPr>
            <a:lvl9pPr lvl="8" algn="ctr">
              <a:lnSpc>
                <a:spcPct val="100000"/>
              </a:lnSpc>
              <a:spcBef>
                <a:spcPts val="0"/>
              </a:spcBef>
              <a:spcAft>
                <a:spcPts val="0"/>
              </a:spcAft>
              <a:buSzPts val="14900"/>
              <a:buNone/>
              <a:defRPr sz="14900"/>
            </a:lvl9pPr>
          </a:lstStyle>
          <a:p/>
        </p:txBody>
      </p:sp>
      <p:sp>
        <p:nvSpPr>
          <p:cNvPr id="16" name="Google Shape;16;p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1496160" y="13765440"/>
            <a:ext cx="40899000" cy="5387400"/>
          </a:xfrm>
          <a:prstGeom prst="rect">
            <a:avLst/>
          </a:prstGeom>
        </p:spPr>
        <p:txBody>
          <a:bodyPr anchorCtr="0" anchor="ctr" bIns="487600" lIns="487600" spcFirstLastPara="1" rIns="487600" wrap="square" tIns="487600">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p:txBody>
      </p:sp>
      <p:sp>
        <p:nvSpPr>
          <p:cNvPr id="19" name="Google Shape;19;p3"/>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22" name="Google Shape;22;p4"/>
          <p:cNvSpPr txBox="1"/>
          <p:nvPr>
            <p:ph idx="1" type="body"/>
          </p:nvPr>
        </p:nvSpPr>
        <p:spPr>
          <a:xfrm>
            <a:off x="1496160" y="7375840"/>
            <a:ext cx="40899000" cy="21864900"/>
          </a:xfrm>
          <a:prstGeom prst="rect">
            <a:avLst/>
          </a:prstGeom>
        </p:spPr>
        <p:txBody>
          <a:bodyPr anchorCtr="0" anchor="t" bIns="487600" lIns="487600" spcFirstLastPara="1" rIns="487600" wrap="square" tIns="487600">
            <a:normAutofit/>
          </a:bodyPr>
          <a:lstStyle>
            <a:lvl1pPr indent="-838200" lvl="0" marL="457200">
              <a:spcBef>
                <a:spcPts val="0"/>
              </a:spcBef>
              <a:spcAft>
                <a:spcPts val="0"/>
              </a:spcAft>
              <a:buSzPts val="9600"/>
              <a:buChar char="●"/>
              <a:defRPr/>
            </a:lvl1pPr>
            <a:lvl2pPr indent="-704850" lvl="1" marL="914400">
              <a:spcBef>
                <a:spcPts val="0"/>
              </a:spcBef>
              <a:spcAft>
                <a:spcPts val="0"/>
              </a:spcAft>
              <a:buSzPts val="7500"/>
              <a:buChar char="○"/>
              <a:defRPr/>
            </a:lvl2pPr>
            <a:lvl3pPr indent="-704850" lvl="2" marL="1371600">
              <a:spcBef>
                <a:spcPts val="0"/>
              </a:spcBef>
              <a:spcAft>
                <a:spcPts val="0"/>
              </a:spcAft>
              <a:buSzPts val="7500"/>
              <a:buChar char="■"/>
              <a:defRPr/>
            </a:lvl3pPr>
            <a:lvl4pPr indent="-704850" lvl="3" marL="1828800">
              <a:spcBef>
                <a:spcPts val="0"/>
              </a:spcBef>
              <a:spcAft>
                <a:spcPts val="0"/>
              </a:spcAft>
              <a:buSzPts val="7500"/>
              <a:buChar char="●"/>
              <a:defRPr/>
            </a:lvl4pPr>
            <a:lvl5pPr indent="-704850" lvl="4" marL="2286000">
              <a:spcBef>
                <a:spcPts val="0"/>
              </a:spcBef>
              <a:spcAft>
                <a:spcPts val="0"/>
              </a:spcAft>
              <a:buSzPts val="7500"/>
              <a:buChar char="○"/>
              <a:defRPr/>
            </a:lvl5pPr>
            <a:lvl6pPr indent="-704850" lvl="5" marL="2743200">
              <a:spcBef>
                <a:spcPts val="0"/>
              </a:spcBef>
              <a:spcAft>
                <a:spcPts val="0"/>
              </a:spcAft>
              <a:buSzPts val="7500"/>
              <a:buChar char="■"/>
              <a:defRPr/>
            </a:lvl6pPr>
            <a:lvl7pPr indent="-704850" lvl="6" marL="3200400">
              <a:spcBef>
                <a:spcPts val="0"/>
              </a:spcBef>
              <a:spcAft>
                <a:spcPts val="0"/>
              </a:spcAft>
              <a:buSzPts val="7500"/>
              <a:buChar char="●"/>
              <a:defRPr/>
            </a:lvl7pPr>
            <a:lvl8pPr indent="-704850" lvl="7" marL="3657600">
              <a:spcBef>
                <a:spcPts val="0"/>
              </a:spcBef>
              <a:spcAft>
                <a:spcPts val="0"/>
              </a:spcAft>
              <a:buSzPts val="7500"/>
              <a:buChar char="○"/>
              <a:defRPr/>
            </a:lvl8pPr>
            <a:lvl9pPr indent="-704850" lvl="8" marL="4114800">
              <a:spcBef>
                <a:spcPts val="0"/>
              </a:spcBef>
              <a:spcAft>
                <a:spcPts val="0"/>
              </a:spcAft>
              <a:buSzPts val="7500"/>
              <a:buChar char="■"/>
              <a:defRPr/>
            </a:lvl9pPr>
          </a:lstStyle>
          <a:p/>
        </p:txBody>
      </p:sp>
      <p:sp>
        <p:nvSpPr>
          <p:cNvPr id="23" name="Google Shape;23;p4"/>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26" name="Google Shape;26;p5"/>
          <p:cNvSpPr txBox="1"/>
          <p:nvPr>
            <p:ph idx="1" type="body"/>
          </p:nvPr>
        </p:nvSpPr>
        <p:spPr>
          <a:xfrm>
            <a:off x="1496160" y="7375840"/>
            <a:ext cx="19199400" cy="21864900"/>
          </a:xfrm>
          <a:prstGeom prst="rect">
            <a:avLst/>
          </a:prstGeom>
        </p:spPr>
        <p:txBody>
          <a:bodyPr anchorCtr="0" anchor="t" bIns="487600" lIns="487600" spcFirstLastPara="1" rIns="487600" wrap="square" tIns="487600">
            <a:normAutofit/>
          </a:bodyPr>
          <a:lstStyle>
            <a:lvl1pPr indent="-704850" lvl="0" marL="457200">
              <a:spcBef>
                <a:spcPts val="0"/>
              </a:spcBef>
              <a:spcAft>
                <a:spcPts val="0"/>
              </a:spcAft>
              <a:buSzPts val="7500"/>
              <a:buChar char="●"/>
              <a:defRPr sz="75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7" name="Google Shape;27;p5"/>
          <p:cNvSpPr txBox="1"/>
          <p:nvPr>
            <p:ph idx="2" type="body"/>
          </p:nvPr>
        </p:nvSpPr>
        <p:spPr>
          <a:xfrm>
            <a:off x="23195520" y="7375840"/>
            <a:ext cx="19199400" cy="21864900"/>
          </a:xfrm>
          <a:prstGeom prst="rect">
            <a:avLst/>
          </a:prstGeom>
        </p:spPr>
        <p:txBody>
          <a:bodyPr anchorCtr="0" anchor="t" bIns="487600" lIns="487600" spcFirstLastPara="1" rIns="487600" wrap="square" tIns="487600">
            <a:normAutofit/>
          </a:bodyPr>
          <a:lstStyle>
            <a:lvl1pPr indent="-704850" lvl="0" marL="457200">
              <a:spcBef>
                <a:spcPts val="0"/>
              </a:spcBef>
              <a:spcAft>
                <a:spcPts val="0"/>
              </a:spcAft>
              <a:buSzPts val="7500"/>
              <a:buChar char="●"/>
              <a:defRPr sz="75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8" name="Google Shape;28;p5"/>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31" name="Google Shape;31;p6"/>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1496160" y="3555840"/>
            <a:ext cx="13478400" cy="4836600"/>
          </a:xfrm>
          <a:prstGeom prst="rect">
            <a:avLst/>
          </a:prstGeom>
        </p:spPr>
        <p:txBody>
          <a:bodyPr anchorCtr="0" anchor="b" bIns="487600" lIns="487600" spcFirstLastPara="1" rIns="487600" wrap="square" tIns="487600">
            <a:norm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p:txBody>
      </p:sp>
      <p:sp>
        <p:nvSpPr>
          <p:cNvPr id="34" name="Google Shape;34;p7"/>
          <p:cNvSpPr txBox="1"/>
          <p:nvPr>
            <p:ph idx="1" type="body"/>
          </p:nvPr>
        </p:nvSpPr>
        <p:spPr>
          <a:xfrm>
            <a:off x="1496160" y="8893440"/>
            <a:ext cx="13478400" cy="20348100"/>
          </a:xfrm>
          <a:prstGeom prst="rect">
            <a:avLst/>
          </a:prstGeom>
        </p:spPr>
        <p:txBody>
          <a:bodyPr anchorCtr="0" anchor="t" bIns="487600" lIns="487600" spcFirstLastPara="1" rIns="487600" wrap="square" tIns="487600">
            <a:normAutofit/>
          </a:bodyPr>
          <a:lstStyle>
            <a:lvl1pPr indent="-635000" lvl="0" marL="457200">
              <a:spcBef>
                <a:spcPts val="0"/>
              </a:spcBef>
              <a:spcAft>
                <a:spcPts val="0"/>
              </a:spcAft>
              <a:buSzPts val="6400"/>
              <a:buChar char="●"/>
              <a:defRPr sz="64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35" name="Google Shape;35;p7"/>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2353200" y="2880960"/>
            <a:ext cx="30565500" cy="26181000"/>
          </a:xfrm>
          <a:prstGeom prst="rect">
            <a:avLst/>
          </a:prstGeom>
        </p:spPr>
        <p:txBody>
          <a:bodyPr anchorCtr="0" anchor="ctr" bIns="487600" lIns="487600" spcFirstLastPara="1" rIns="487600" wrap="square" tIns="487600">
            <a:normAutofit/>
          </a:bodyPr>
          <a:lstStyle>
            <a:lvl1pPr lvl="0">
              <a:spcBef>
                <a:spcPts val="0"/>
              </a:spcBef>
              <a:spcAft>
                <a:spcPts val="0"/>
              </a:spcAft>
              <a:buSzPts val="25600"/>
              <a:buNone/>
              <a:defRPr sz="25600"/>
            </a:lvl1pPr>
            <a:lvl2pPr lvl="1">
              <a:spcBef>
                <a:spcPts val="0"/>
              </a:spcBef>
              <a:spcAft>
                <a:spcPts val="0"/>
              </a:spcAft>
              <a:buSzPts val="25600"/>
              <a:buNone/>
              <a:defRPr sz="25600"/>
            </a:lvl2pPr>
            <a:lvl3pPr lvl="2">
              <a:spcBef>
                <a:spcPts val="0"/>
              </a:spcBef>
              <a:spcAft>
                <a:spcPts val="0"/>
              </a:spcAft>
              <a:buSzPts val="25600"/>
              <a:buNone/>
              <a:defRPr sz="25600"/>
            </a:lvl3pPr>
            <a:lvl4pPr lvl="3">
              <a:spcBef>
                <a:spcPts val="0"/>
              </a:spcBef>
              <a:spcAft>
                <a:spcPts val="0"/>
              </a:spcAft>
              <a:buSzPts val="25600"/>
              <a:buNone/>
              <a:defRPr sz="25600"/>
            </a:lvl4pPr>
            <a:lvl5pPr lvl="4">
              <a:spcBef>
                <a:spcPts val="0"/>
              </a:spcBef>
              <a:spcAft>
                <a:spcPts val="0"/>
              </a:spcAft>
              <a:buSzPts val="25600"/>
              <a:buNone/>
              <a:defRPr sz="25600"/>
            </a:lvl5pPr>
            <a:lvl6pPr lvl="5">
              <a:spcBef>
                <a:spcPts val="0"/>
              </a:spcBef>
              <a:spcAft>
                <a:spcPts val="0"/>
              </a:spcAft>
              <a:buSzPts val="25600"/>
              <a:buNone/>
              <a:defRPr sz="25600"/>
            </a:lvl6pPr>
            <a:lvl7pPr lvl="6">
              <a:spcBef>
                <a:spcPts val="0"/>
              </a:spcBef>
              <a:spcAft>
                <a:spcPts val="0"/>
              </a:spcAft>
              <a:buSzPts val="25600"/>
              <a:buNone/>
              <a:defRPr sz="25600"/>
            </a:lvl7pPr>
            <a:lvl8pPr lvl="7">
              <a:spcBef>
                <a:spcPts val="0"/>
              </a:spcBef>
              <a:spcAft>
                <a:spcPts val="0"/>
              </a:spcAft>
              <a:buSzPts val="25600"/>
              <a:buNone/>
              <a:defRPr sz="25600"/>
            </a:lvl8pPr>
            <a:lvl9pPr lvl="8">
              <a:spcBef>
                <a:spcPts val="0"/>
              </a:spcBef>
              <a:spcAft>
                <a:spcPts val="0"/>
              </a:spcAft>
              <a:buSzPts val="25600"/>
              <a:buNone/>
              <a:defRPr sz="25600"/>
            </a:lvl9pPr>
          </a:lstStyle>
          <a:p/>
        </p:txBody>
      </p:sp>
      <p:sp>
        <p:nvSpPr>
          <p:cNvPr id="38" name="Google Shape;38;p8"/>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21945600" y="-800"/>
            <a:ext cx="21945600" cy="32918400"/>
          </a:xfrm>
          <a:prstGeom prst="rect">
            <a:avLst/>
          </a:prstGeom>
          <a:solidFill>
            <a:schemeClr val="lt2"/>
          </a:solidFill>
          <a:ln>
            <a:noFill/>
          </a:ln>
        </p:spPr>
        <p:txBody>
          <a:bodyPr anchorCtr="0" anchor="ctr" bIns="487600" lIns="487600" spcFirstLastPara="1" rIns="487600" wrap="square" tIns="487600">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1274400" y="7892320"/>
            <a:ext cx="19416900" cy="94866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2400"/>
              <a:buNone/>
              <a:defRPr sz="22400"/>
            </a:lvl1pPr>
            <a:lvl2pPr lvl="1" algn="ctr">
              <a:spcBef>
                <a:spcPts val="0"/>
              </a:spcBef>
              <a:spcAft>
                <a:spcPts val="0"/>
              </a:spcAft>
              <a:buSzPts val="22400"/>
              <a:buNone/>
              <a:defRPr sz="22400"/>
            </a:lvl2pPr>
            <a:lvl3pPr lvl="2" algn="ctr">
              <a:spcBef>
                <a:spcPts val="0"/>
              </a:spcBef>
              <a:spcAft>
                <a:spcPts val="0"/>
              </a:spcAft>
              <a:buSzPts val="22400"/>
              <a:buNone/>
              <a:defRPr sz="22400"/>
            </a:lvl3pPr>
            <a:lvl4pPr lvl="3" algn="ctr">
              <a:spcBef>
                <a:spcPts val="0"/>
              </a:spcBef>
              <a:spcAft>
                <a:spcPts val="0"/>
              </a:spcAft>
              <a:buSzPts val="22400"/>
              <a:buNone/>
              <a:defRPr sz="22400"/>
            </a:lvl4pPr>
            <a:lvl5pPr lvl="4" algn="ctr">
              <a:spcBef>
                <a:spcPts val="0"/>
              </a:spcBef>
              <a:spcAft>
                <a:spcPts val="0"/>
              </a:spcAft>
              <a:buSzPts val="22400"/>
              <a:buNone/>
              <a:defRPr sz="22400"/>
            </a:lvl5pPr>
            <a:lvl6pPr lvl="5" algn="ctr">
              <a:spcBef>
                <a:spcPts val="0"/>
              </a:spcBef>
              <a:spcAft>
                <a:spcPts val="0"/>
              </a:spcAft>
              <a:buSzPts val="22400"/>
              <a:buNone/>
              <a:defRPr sz="22400"/>
            </a:lvl6pPr>
            <a:lvl7pPr lvl="6" algn="ctr">
              <a:spcBef>
                <a:spcPts val="0"/>
              </a:spcBef>
              <a:spcAft>
                <a:spcPts val="0"/>
              </a:spcAft>
              <a:buSzPts val="22400"/>
              <a:buNone/>
              <a:defRPr sz="22400"/>
            </a:lvl7pPr>
            <a:lvl8pPr lvl="7" algn="ctr">
              <a:spcBef>
                <a:spcPts val="0"/>
              </a:spcBef>
              <a:spcAft>
                <a:spcPts val="0"/>
              </a:spcAft>
              <a:buSzPts val="22400"/>
              <a:buNone/>
              <a:defRPr sz="22400"/>
            </a:lvl8pPr>
            <a:lvl9pPr lvl="8" algn="ctr">
              <a:spcBef>
                <a:spcPts val="0"/>
              </a:spcBef>
              <a:spcAft>
                <a:spcPts val="0"/>
              </a:spcAft>
              <a:buSzPts val="22400"/>
              <a:buNone/>
              <a:defRPr sz="22400"/>
            </a:lvl9pPr>
          </a:lstStyle>
          <a:p/>
        </p:txBody>
      </p:sp>
      <p:sp>
        <p:nvSpPr>
          <p:cNvPr id="42" name="Google Shape;42;p9"/>
          <p:cNvSpPr txBox="1"/>
          <p:nvPr>
            <p:ph idx="1" type="subTitle"/>
          </p:nvPr>
        </p:nvSpPr>
        <p:spPr>
          <a:xfrm>
            <a:off x="1274400" y="17939680"/>
            <a:ext cx="19416900" cy="7904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43" name="Google Shape;43;p9"/>
          <p:cNvSpPr txBox="1"/>
          <p:nvPr>
            <p:ph idx="2" type="body"/>
          </p:nvPr>
        </p:nvSpPr>
        <p:spPr>
          <a:xfrm>
            <a:off x="23709600" y="4634080"/>
            <a:ext cx="18417600" cy="23648700"/>
          </a:xfrm>
          <a:prstGeom prst="rect">
            <a:avLst/>
          </a:prstGeom>
        </p:spPr>
        <p:txBody>
          <a:bodyPr anchorCtr="0" anchor="ctr" bIns="487600" lIns="487600" spcFirstLastPara="1" rIns="487600" wrap="square" tIns="487600">
            <a:normAutofit/>
          </a:bodyPr>
          <a:lstStyle>
            <a:lvl1pPr indent="-838200" lvl="0" marL="457200">
              <a:spcBef>
                <a:spcPts val="0"/>
              </a:spcBef>
              <a:spcAft>
                <a:spcPts val="0"/>
              </a:spcAft>
              <a:buSzPts val="9600"/>
              <a:buChar char="●"/>
              <a:defRPr/>
            </a:lvl1pPr>
            <a:lvl2pPr indent="-704850" lvl="1" marL="914400">
              <a:spcBef>
                <a:spcPts val="0"/>
              </a:spcBef>
              <a:spcAft>
                <a:spcPts val="0"/>
              </a:spcAft>
              <a:buSzPts val="7500"/>
              <a:buChar char="○"/>
              <a:defRPr/>
            </a:lvl2pPr>
            <a:lvl3pPr indent="-704850" lvl="2" marL="1371600">
              <a:spcBef>
                <a:spcPts val="0"/>
              </a:spcBef>
              <a:spcAft>
                <a:spcPts val="0"/>
              </a:spcAft>
              <a:buSzPts val="7500"/>
              <a:buChar char="■"/>
              <a:defRPr/>
            </a:lvl3pPr>
            <a:lvl4pPr indent="-704850" lvl="3" marL="1828800">
              <a:spcBef>
                <a:spcPts val="0"/>
              </a:spcBef>
              <a:spcAft>
                <a:spcPts val="0"/>
              </a:spcAft>
              <a:buSzPts val="7500"/>
              <a:buChar char="●"/>
              <a:defRPr/>
            </a:lvl4pPr>
            <a:lvl5pPr indent="-704850" lvl="4" marL="2286000">
              <a:spcBef>
                <a:spcPts val="0"/>
              </a:spcBef>
              <a:spcAft>
                <a:spcPts val="0"/>
              </a:spcAft>
              <a:buSzPts val="7500"/>
              <a:buChar char="○"/>
              <a:defRPr/>
            </a:lvl5pPr>
            <a:lvl6pPr indent="-704850" lvl="5" marL="2743200">
              <a:spcBef>
                <a:spcPts val="0"/>
              </a:spcBef>
              <a:spcAft>
                <a:spcPts val="0"/>
              </a:spcAft>
              <a:buSzPts val="7500"/>
              <a:buChar char="■"/>
              <a:defRPr/>
            </a:lvl6pPr>
            <a:lvl7pPr indent="-704850" lvl="6" marL="3200400">
              <a:spcBef>
                <a:spcPts val="0"/>
              </a:spcBef>
              <a:spcAft>
                <a:spcPts val="0"/>
              </a:spcAft>
              <a:buSzPts val="7500"/>
              <a:buChar char="●"/>
              <a:defRPr/>
            </a:lvl7pPr>
            <a:lvl8pPr indent="-704850" lvl="7" marL="3657600">
              <a:spcBef>
                <a:spcPts val="0"/>
              </a:spcBef>
              <a:spcAft>
                <a:spcPts val="0"/>
              </a:spcAft>
              <a:buSzPts val="7500"/>
              <a:buChar char="○"/>
              <a:defRPr/>
            </a:lvl8pPr>
            <a:lvl9pPr indent="-704850" lvl="8" marL="4114800">
              <a:spcBef>
                <a:spcPts val="0"/>
              </a:spcBef>
              <a:spcAft>
                <a:spcPts val="0"/>
              </a:spcAft>
              <a:buSzPts val="7500"/>
              <a:buChar char="■"/>
              <a:defRPr/>
            </a:lvl9pPr>
          </a:lstStyle>
          <a:p/>
        </p:txBody>
      </p:sp>
      <p:sp>
        <p:nvSpPr>
          <p:cNvPr id="44" name="Google Shape;44;p9"/>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1496160" y="27075680"/>
            <a:ext cx="28794300" cy="3872700"/>
          </a:xfrm>
          <a:prstGeom prst="rect">
            <a:avLst/>
          </a:prstGeom>
        </p:spPr>
        <p:txBody>
          <a:bodyPr anchorCtr="0" anchor="ctr" bIns="487600" lIns="487600" spcFirstLastPara="1" rIns="487600" wrap="square" tIns="487600">
            <a:normAutofit/>
          </a:bodyPr>
          <a:lstStyle>
            <a:lvl1pPr indent="-228600" lvl="0" marL="457200">
              <a:lnSpc>
                <a:spcPct val="100000"/>
              </a:lnSpc>
              <a:spcBef>
                <a:spcPts val="0"/>
              </a:spcBef>
              <a:spcAft>
                <a:spcPts val="0"/>
              </a:spcAft>
              <a:buSzPts val="9600"/>
              <a:buNone/>
              <a:defRPr/>
            </a:lvl1pPr>
          </a:lstStyle>
          <a:p/>
        </p:txBody>
      </p:sp>
      <p:sp>
        <p:nvSpPr>
          <p:cNvPr id="47" name="Google Shape;47;p10"/>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1496160" y="7079200"/>
            <a:ext cx="40899000" cy="125664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64000"/>
              <a:buNone/>
              <a:defRPr sz="64000"/>
            </a:lvl1pPr>
            <a:lvl2pPr lvl="1" algn="ctr">
              <a:spcBef>
                <a:spcPts val="0"/>
              </a:spcBef>
              <a:spcAft>
                <a:spcPts val="0"/>
              </a:spcAft>
              <a:buSzPts val="64000"/>
              <a:buNone/>
              <a:defRPr sz="64000"/>
            </a:lvl2pPr>
            <a:lvl3pPr lvl="2" algn="ctr">
              <a:spcBef>
                <a:spcPts val="0"/>
              </a:spcBef>
              <a:spcAft>
                <a:spcPts val="0"/>
              </a:spcAft>
              <a:buSzPts val="64000"/>
              <a:buNone/>
              <a:defRPr sz="64000"/>
            </a:lvl3pPr>
            <a:lvl4pPr lvl="3" algn="ctr">
              <a:spcBef>
                <a:spcPts val="0"/>
              </a:spcBef>
              <a:spcAft>
                <a:spcPts val="0"/>
              </a:spcAft>
              <a:buSzPts val="64000"/>
              <a:buNone/>
              <a:defRPr sz="64000"/>
            </a:lvl4pPr>
            <a:lvl5pPr lvl="4" algn="ctr">
              <a:spcBef>
                <a:spcPts val="0"/>
              </a:spcBef>
              <a:spcAft>
                <a:spcPts val="0"/>
              </a:spcAft>
              <a:buSzPts val="64000"/>
              <a:buNone/>
              <a:defRPr sz="64000"/>
            </a:lvl5pPr>
            <a:lvl6pPr lvl="5" algn="ctr">
              <a:spcBef>
                <a:spcPts val="0"/>
              </a:spcBef>
              <a:spcAft>
                <a:spcPts val="0"/>
              </a:spcAft>
              <a:buSzPts val="64000"/>
              <a:buNone/>
              <a:defRPr sz="64000"/>
            </a:lvl6pPr>
            <a:lvl7pPr lvl="6" algn="ctr">
              <a:spcBef>
                <a:spcPts val="0"/>
              </a:spcBef>
              <a:spcAft>
                <a:spcPts val="0"/>
              </a:spcAft>
              <a:buSzPts val="64000"/>
              <a:buNone/>
              <a:defRPr sz="64000"/>
            </a:lvl7pPr>
            <a:lvl8pPr lvl="7" algn="ctr">
              <a:spcBef>
                <a:spcPts val="0"/>
              </a:spcBef>
              <a:spcAft>
                <a:spcPts val="0"/>
              </a:spcAft>
              <a:buSzPts val="64000"/>
              <a:buNone/>
              <a:defRPr sz="64000"/>
            </a:lvl8pPr>
            <a:lvl9pPr lvl="8" algn="ctr">
              <a:spcBef>
                <a:spcPts val="0"/>
              </a:spcBef>
              <a:spcAft>
                <a:spcPts val="0"/>
              </a:spcAft>
              <a:buSzPts val="64000"/>
              <a:buNone/>
              <a:defRPr sz="64000"/>
            </a:lvl9pPr>
          </a:lstStyle>
          <a:p>
            <a:r>
              <a:t>xx%</a:t>
            </a:r>
          </a:p>
        </p:txBody>
      </p:sp>
      <p:sp>
        <p:nvSpPr>
          <p:cNvPr id="50" name="Google Shape;50;p11"/>
          <p:cNvSpPr txBox="1"/>
          <p:nvPr>
            <p:ph idx="1" type="body"/>
          </p:nvPr>
        </p:nvSpPr>
        <p:spPr>
          <a:xfrm>
            <a:off x="1496160" y="20174240"/>
            <a:ext cx="40899000" cy="8325000"/>
          </a:xfrm>
          <a:prstGeom prst="rect">
            <a:avLst/>
          </a:prstGeom>
        </p:spPr>
        <p:txBody>
          <a:bodyPr anchorCtr="0" anchor="t" bIns="487600" lIns="487600" spcFirstLastPara="1" rIns="487600" wrap="square" tIns="487600">
            <a:normAutofit/>
          </a:bodyPr>
          <a:lstStyle>
            <a:lvl1pPr indent="-838200" lvl="0" marL="457200" algn="ctr">
              <a:spcBef>
                <a:spcPts val="0"/>
              </a:spcBef>
              <a:spcAft>
                <a:spcPts val="0"/>
              </a:spcAft>
              <a:buSzPts val="9600"/>
              <a:buChar char="●"/>
              <a:defRPr/>
            </a:lvl1pPr>
            <a:lvl2pPr indent="-704850" lvl="1" marL="914400" algn="ctr">
              <a:spcBef>
                <a:spcPts val="0"/>
              </a:spcBef>
              <a:spcAft>
                <a:spcPts val="0"/>
              </a:spcAft>
              <a:buSzPts val="7500"/>
              <a:buChar char="○"/>
              <a:defRPr/>
            </a:lvl2pPr>
            <a:lvl3pPr indent="-704850" lvl="2" marL="1371600" algn="ctr">
              <a:spcBef>
                <a:spcPts val="0"/>
              </a:spcBef>
              <a:spcAft>
                <a:spcPts val="0"/>
              </a:spcAft>
              <a:buSzPts val="7500"/>
              <a:buChar char="■"/>
              <a:defRPr/>
            </a:lvl3pPr>
            <a:lvl4pPr indent="-704850" lvl="3" marL="1828800" algn="ctr">
              <a:spcBef>
                <a:spcPts val="0"/>
              </a:spcBef>
              <a:spcAft>
                <a:spcPts val="0"/>
              </a:spcAft>
              <a:buSzPts val="7500"/>
              <a:buChar char="●"/>
              <a:defRPr/>
            </a:lvl4pPr>
            <a:lvl5pPr indent="-704850" lvl="4" marL="2286000" algn="ctr">
              <a:spcBef>
                <a:spcPts val="0"/>
              </a:spcBef>
              <a:spcAft>
                <a:spcPts val="0"/>
              </a:spcAft>
              <a:buSzPts val="7500"/>
              <a:buChar char="○"/>
              <a:defRPr/>
            </a:lvl5pPr>
            <a:lvl6pPr indent="-704850" lvl="5" marL="2743200" algn="ctr">
              <a:spcBef>
                <a:spcPts val="0"/>
              </a:spcBef>
              <a:spcAft>
                <a:spcPts val="0"/>
              </a:spcAft>
              <a:buSzPts val="7500"/>
              <a:buChar char="■"/>
              <a:defRPr/>
            </a:lvl6pPr>
            <a:lvl7pPr indent="-704850" lvl="6" marL="3200400" algn="ctr">
              <a:spcBef>
                <a:spcPts val="0"/>
              </a:spcBef>
              <a:spcAft>
                <a:spcPts val="0"/>
              </a:spcAft>
              <a:buSzPts val="7500"/>
              <a:buChar char="●"/>
              <a:defRPr/>
            </a:lvl7pPr>
            <a:lvl8pPr indent="-704850" lvl="7" marL="3657600" algn="ctr">
              <a:spcBef>
                <a:spcPts val="0"/>
              </a:spcBef>
              <a:spcAft>
                <a:spcPts val="0"/>
              </a:spcAft>
              <a:buSzPts val="7500"/>
              <a:buChar char="○"/>
              <a:defRPr/>
            </a:lvl8pPr>
            <a:lvl9pPr indent="-704850" lvl="8" marL="4114800" algn="ctr">
              <a:spcBef>
                <a:spcPts val="0"/>
              </a:spcBef>
              <a:spcAft>
                <a:spcPts val="0"/>
              </a:spcAft>
              <a:buSzPts val="7500"/>
              <a:buChar char="■"/>
              <a:defRPr/>
            </a:lvl9pPr>
          </a:lstStyle>
          <a:p/>
        </p:txBody>
      </p:sp>
      <p:sp>
        <p:nvSpPr>
          <p:cNvPr id="51" name="Google Shape;51;p11"/>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Image">
  <p:cSld name="Background Image">
    <p:spTree>
      <p:nvGrpSpPr>
        <p:cNvPr id="54" name="Shape 54"/>
        <p:cNvGrpSpPr/>
        <p:nvPr/>
      </p:nvGrpSpPr>
      <p:grpSpPr>
        <a:xfrm>
          <a:off x="0" y="0"/>
          <a:ext cx="0" cy="0"/>
          <a:chOff x="0" y="0"/>
          <a:chExt cx="0" cy="0"/>
        </a:xfrm>
      </p:grpSpPr>
      <p:sp>
        <p:nvSpPr>
          <p:cNvPr id="55" name="Google Shape;55;p13"/>
          <p:cNvSpPr txBox="1"/>
          <p:nvPr>
            <p:ph type="title"/>
          </p:nvPr>
        </p:nvSpPr>
        <p:spPr>
          <a:xfrm>
            <a:off x="7772400" y="457200"/>
            <a:ext cx="28346400" cy="4572000"/>
          </a:xfrm>
          <a:prstGeom prst="rect">
            <a:avLst/>
          </a:prstGeom>
          <a:noFill/>
          <a:ln>
            <a:noFill/>
          </a:ln>
        </p:spPr>
        <p:txBody>
          <a:bodyPr anchorCtr="0" anchor="t" bIns="45700" lIns="91425" spcFirstLastPara="1" rIns="91425" wrap="square" tIns="45700">
            <a:normAutofit/>
          </a:bodyPr>
          <a:lstStyle>
            <a:lvl1pPr lvl="0" marR="0" algn="ctr">
              <a:lnSpc>
                <a:spcPct val="100000"/>
              </a:lnSpc>
              <a:spcBef>
                <a:spcPts val="0"/>
              </a:spcBef>
              <a:spcAft>
                <a:spcPts val="0"/>
              </a:spcAft>
              <a:buSzPts val="14900"/>
              <a:buNone/>
              <a:defRPr b="0" i="0" sz="60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14900"/>
              <a:buNone/>
              <a:defRPr b="0" i="0" sz="1400" u="none" cap="none" strike="noStrike">
                <a:solidFill>
                  <a:srgbClr val="000000"/>
                </a:solidFill>
                <a:latin typeface="Arial"/>
                <a:ea typeface="Arial"/>
                <a:cs typeface="Arial"/>
                <a:sym typeface="Arial"/>
              </a:defRPr>
            </a:lvl9pPr>
          </a:lstStyle>
          <a:p/>
        </p:txBody>
      </p:sp>
      <p:sp>
        <p:nvSpPr>
          <p:cNvPr id="56" name="Google Shape;56;p13"/>
          <p:cNvSpPr txBox="1"/>
          <p:nvPr>
            <p:ph idx="1" type="body"/>
          </p:nvPr>
        </p:nvSpPr>
        <p:spPr>
          <a:xfrm>
            <a:off x="914400" y="6590021"/>
            <a:ext cx="9829800" cy="24003000"/>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SzPts val="9600"/>
              <a:buNone/>
              <a:defRPr b="1" i="0" sz="4800" u="sng" cap="none" strike="noStrike">
                <a:solidFill>
                  <a:srgbClr val="5D0025"/>
                </a:solidFill>
                <a:latin typeface="Arial"/>
                <a:ea typeface="Arial"/>
                <a:cs typeface="Arial"/>
                <a:sym typeface="Arial"/>
              </a:defRPr>
            </a:lvl1pPr>
            <a:lvl2pPr indent="-406400" lvl="1" marL="914400" marR="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9pPr>
          </a:lstStyle>
          <a:p/>
        </p:txBody>
      </p:sp>
      <p:cxnSp>
        <p:nvCxnSpPr>
          <p:cNvPr id="57" name="Google Shape;57;p13"/>
          <p:cNvCxnSpPr/>
          <p:nvPr/>
        </p:nvCxnSpPr>
        <p:spPr>
          <a:xfrm>
            <a:off x="11201400" y="6400800"/>
            <a:ext cx="0" cy="24886500"/>
          </a:xfrm>
          <a:prstGeom prst="straightConnector1">
            <a:avLst/>
          </a:prstGeom>
          <a:noFill/>
          <a:ln cap="flat" cmpd="tri" w="76200">
            <a:solidFill>
              <a:schemeClr val="dk1"/>
            </a:solidFill>
            <a:prstDash val="solid"/>
            <a:round/>
            <a:headEnd len="med" w="med" type="oval"/>
            <a:tailEnd len="med" w="med" type="oval"/>
          </a:ln>
        </p:spPr>
      </p:cxnSp>
      <p:sp>
        <p:nvSpPr>
          <p:cNvPr id="58" name="Google Shape;58;p13"/>
          <p:cNvSpPr txBox="1"/>
          <p:nvPr>
            <p:ph idx="2" type="body"/>
          </p:nvPr>
        </p:nvSpPr>
        <p:spPr>
          <a:xfrm>
            <a:off x="11658600" y="6590020"/>
            <a:ext cx="9829800" cy="24003000"/>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SzPts val="9600"/>
              <a:buNone/>
              <a:defRPr b="1" i="0" sz="4800" u="sng" cap="none" strike="noStrike">
                <a:solidFill>
                  <a:srgbClr val="5D0025"/>
                </a:solidFill>
                <a:latin typeface="Arial"/>
                <a:ea typeface="Arial"/>
                <a:cs typeface="Arial"/>
                <a:sym typeface="Arial"/>
              </a:defRPr>
            </a:lvl1pPr>
            <a:lvl2pPr indent="-406400" lvl="1" marL="914400" marR="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9pPr>
          </a:lstStyle>
          <a:p/>
        </p:txBody>
      </p:sp>
      <p:cxnSp>
        <p:nvCxnSpPr>
          <p:cNvPr id="59" name="Google Shape;59;p13"/>
          <p:cNvCxnSpPr/>
          <p:nvPr/>
        </p:nvCxnSpPr>
        <p:spPr>
          <a:xfrm>
            <a:off x="21945600" y="6400800"/>
            <a:ext cx="0" cy="24917400"/>
          </a:xfrm>
          <a:prstGeom prst="straightConnector1">
            <a:avLst/>
          </a:prstGeom>
          <a:noFill/>
          <a:ln cap="flat" cmpd="tri" w="76200">
            <a:solidFill>
              <a:schemeClr val="dk1"/>
            </a:solidFill>
            <a:prstDash val="solid"/>
            <a:round/>
            <a:headEnd len="med" w="med" type="oval"/>
            <a:tailEnd len="med" w="med" type="oval"/>
          </a:ln>
        </p:spPr>
      </p:cxnSp>
      <p:sp>
        <p:nvSpPr>
          <p:cNvPr id="60" name="Google Shape;60;p13"/>
          <p:cNvSpPr txBox="1"/>
          <p:nvPr>
            <p:ph idx="3" type="body"/>
          </p:nvPr>
        </p:nvSpPr>
        <p:spPr>
          <a:xfrm>
            <a:off x="22402800" y="6590020"/>
            <a:ext cx="9829800" cy="24003000"/>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SzPts val="9600"/>
              <a:buNone/>
              <a:defRPr b="1" i="0" sz="4800" u="sng" cap="none" strike="noStrike">
                <a:solidFill>
                  <a:srgbClr val="5D0025"/>
                </a:solidFill>
                <a:latin typeface="Arial"/>
                <a:ea typeface="Arial"/>
                <a:cs typeface="Arial"/>
                <a:sym typeface="Arial"/>
              </a:defRPr>
            </a:lvl1pPr>
            <a:lvl2pPr indent="-406400" lvl="1" marL="914400" marR="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9pPr>
          </a:lstStyle>
          <a:p/>
        </p:txBody>
      </p:sp>
      <p:cxnSp>
        <p:nvCxnSpPr>
          <p:cNvPr id="61" name="Google Shape;61;p13"/>
          <p:cNvCxnSpPr/>
          <p:nvPr/>
        </p:nvCxnSpPr>
        <p:spPr>
          <a:xfrm>
            <a:off x="32689800" y="6400800"/>
            <a:ext cx="0" cy="24886500"/>
          </a:xfrm>
          <a:prstGeom prst="straightConnector1">
            <a:avLst/>
          </a:prstGeom>
          <a:noFill/>
          <a:ln cap="flat" cmpd="tri" w="76200">
            <a:solidFill>
              <a:schemeClr val="dk1"/>
            </a:solidFill>
            <a:prstDash val="solid"/>
            <a:round/>
            <a:headEnd len="med" w="med" type="oval"/>
            <a:tailEnd len="med" w="med" type="oval"/>
          </a:ln>
        </p:spPr>
      </p:cxnSp>
      <p:sp>
        <p:nvSpPr>
          <p:cNvPr id="62" name="Google Shape;62;p13"/>
          <p:cNvSpPr txBox="1"/>
          <p:nvPr>
            <p:ph idx="4" type="body"/>
          </p:nvPr>
        </p:nvSpPr>
        <p:spPr>
          <a:xfrm>
            <a:off x="33147000" y="6590020"/>
            <a:ext cx="9829800" cy="24003000"/>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SzPts val="9600"/>
              <a:buNone/>
              <a:defRPr b="1" i="0" sz="4800" u="sng" cap="none" strike="noStrike">
                <a:solidFill>
                  <a:srgbClr val="5D0025"/>
                </a:solidFill>
                <a:latin typeface="Arial"/>
                <a:ea typeface="Arial"/>
                <a:cs typeface="Arial"/>
                <a:sym typeface="Arial"/>
              </a:defRPr>
            </a:lvl1pPr>
            <a:lvl2pPr indent="-406400" lvl="1" marL="914400" marR="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7500"/>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20208">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spcBef>
                <a:spcPts val="0"/>
              </a:spcBef>
              <a:spcAft>
                <a:spcPts val="0"/>
              </a:spcAft>
              <a:buClr>
                <a:schemeClr val="dk1"/>
              </a:buClr>
              <a:buSzPts val="14900"/>
              <a:buNone/>
              <a:defRPr sz="14900">
                <a:solidFill>
                  <a:schemeClr val="dk1"/>
                </a:solidFill>
              </a:defRPr>
            </a:lvl1pPr>
            <a:lvl2pPr lvl="1">
              <a:spcBef>
                <a:spcPts val="0"/>
              </a:spcBef>
              <a:spcAft>
                <a:spcPts val="0"/>
              </a:spcAft>
              <a:buClr>
                <a:schemeClr val="dk1"/>
              </a:buClr>
              <a:buSzPts val="14900"/>
              <a:buNone/>
              <a:defRPr sz="14900">
                <a:solidFill>
                  <a:schemeClr val="dk1"/>
                </a:solidFill>
              </a:defRPr>
            </a:lvl2pPr>
            <a:lvl3pPr lvl="2">
              <a:spcBef>
                <a:spcPts val="0"/>
              </a:spcBef>
              <a:spcAft>
                <a:spcPts val="0"/>
              </a:spcAft>
              <a:buClr>
                <a:schemeClr val="dk1"/>
              </a:buClr>
              <a:buSzPts val="14900"/>
              <a:buNone/>
              <a:defRPr sz="14900">
                <a:solidFill>
                  <a:schemeClr val="dk1"/>
                </a:solidFill>
              </a:defRPr>
            </a:lvl3pPr>
            <a:lvl4pPr lvl="3">
              <a:spcBef>
                <a:spcPts val="0"/>
              </a:spcBef>
              <a:spcAft>
                <a:spcPts val="0"/>
              </a:spcAft>
              <a:buClr>
                <a:schemeClr val="dk1"/>
              </a:buClr>
              <a:buSzPts val="14900"/>
              <a:buNone/>
              <a:defRPr sz="14900">
                <a:solidFill>
                  <a:schemeClr val="dk1"/>
                </a:solidFill>
              </a:defRPr>
            </a:lvl4pPr>
            <a:lvl5pPr lvl="4">
              <a:spcBef>
                <a:spcPts val="0"/>
              </a:spcBef>
              <a:spcAft>
                <a:spcPts val="0"/>
              </a:spcAft>
              <a:buClr>
                <a:schemeClr val="dk1"/>
              </a:buClr>
              <a:buSzPts val="14900"/>
              <a:buNone/>
              <a:defRPr sz="14900">
                <a:solidFill>
                  <a:schemeClr val="dk1"/>
                </a:solidFill>
              </a:defRPr>
            </a:lvl5pPr>
            <a:lvl6pPr lvl="5">
              <a:spcBef>
                <a:spcPts val="0"/>
              </a:spcBef>
              <a:spcAft>
                <a:spcPts val="0"/>
              </a:spcAft>
              <a:buClr>
                <a:schemeClr val="dk1"/>
              </a:buClr>
              <a:buSzPts val="14900"/>
              <a:buNone/>
              <a:defRPr sz="14900">
                <a:solidFill>
                  <a:schemeClr val="dk1"/>
                </a:solidFill>
              </a:defRPr>
            </a:lvl6pPr>
            <a:lvl7pPr lvl="6">
              <a:spcBef>
                <a:spcPts val="0"/>
              </a:spcBef>
              <a:spcAft>
                <a:spcPts val="0"/>
              </a:spcAft>
              <a:buClr>
                <a:schemeClr val="dk1"/>
              </a:buClr>
              <a:buSzPts val="14900"/>
              <a:buNone/>
              <a:defRPr sz="14900">
                <a:solidFill>
                  <a:schemeClr val="dk1"/>
                </a:solidFill>
              </a:defRPr>
            </a:lvl7pPr>
            <a:lvl8pPr lvl="7">
              <a:spcBef>
                <a:spcPts val="0"/>
              </a:spcBef>
              <a:spcAft>
                <a:spcPts val="0"/>
              </a:spcAft>
              <a:buClr>
                <a:schemeClr val="dk1"/>
              </a:buClr>
              <a:buSzPts val="14900"/>
              <a:buNone/>
              <a:defRPr sz="14900">
                <a:solidFill>
                  <a:schemeClr val="dk1"/>
                </a:solidFill>
              </a:defRPr>
            </a:lvl8pPr>
            <a:lvl9pPr lvl="8">
              <a:spcBef>
                <a:spcPts val="0"/>
              </a:spcBef>
              <a:spcAft>
                <a:spcPts val="0"/>
              </a:spcAft>
              <a:buClr>
                <a:schemeClr val="dk1"/>
              </a:buClr>
              <a:buSzPts val="14900"/>
              <a:buNone/>
              <a:defRPr sz="14900">
                <a:solidFill>
                  <a:schemeClr val="dk1"/>
                </a:solidFill>
              </a:defRPr>
            </a:lvl9pPr>
          </a:lstStyle>
          <a:p/>
        </p:txBody>
      </p:sp>
      <p:sp>
        <p:nvSpPr>
          <p:cNvPr id="11" name="Google Shape;11;p1"/>
          <p:cNvSpPr txBox="1"/>
          <p:nvPr>
            <p:ph idx="1" type="body"/>
          </p:nvPr>
        </p:nvSpPr>
        <p:spPr>
          <a:xfrm>
            <a:off x="1496160" y="7375840"/>
            <a:ext cx="40899000" cy="21864900"/>
          </a:xfrm>
          <a:prstGeom prst="rect">
            <a:avLst/>
          </a:prstGeom>
          <a:noFill/>
          <a:ln>
            <a:noFill/>
          </a:ln>
        </p:spPr>
        <p:txBody>
          <a:bodyPr anchorCtr="0" anchor="t" bIns="487600" lIns="487600" spcFirstLastPara="1" rIns="487600" wrap="square" tIns="487600">
            <a:normAutofit/>
          </a:bodyPr>
          <a:lstStyle>
            <a:lvl1pPr indent="-838200" lvl="0" marL="457200">
              <a:lnSpc>
                <a:spcPct val="115000"/>
              </a:lnSpc>
              <a:spcBef>
                <a:spcPts val="0"/>
              </a:spcBef>
              <a:spcAft>
                <a:spcPts val="0"/>
              </a:spcAft>
              <a:buClr>
                <a:schemeClr val="dk2"/>
              </a:buClr>
              <a:buSzPts val="9600"/>
              <a:buChar char="●"/>
              <a:defRPr sz="9600">
                <a:solidFill>
                  <a:schemeClr val="dk2"/>
                </a:solidFill>
              </a:defRPr>
            </a:lvl1pPr>
            <a:lvl2pPr indent="-704850" lvl="1" marL="914400">
              <a:lnSpc>
                <a:spcPct val="115000"/>
              </a:lnSpc>
              <a:spcBef>
                <a:spcPts val="0"/>
              </a:spcBef>
              <a:spcAft>
                <a:spcPts val="0"/>
              </a:spcAft>
              <a:buClr>
                <a:schemeClr val="dk2"/>
              </a:buClr>
              <a:buSzPts val="7500"/>
              <a:buChar char="○"/>
              <a:defRPr sz="7500">
                <a:solidFill>
                  <a:schemeClr val="dk2"/>
                </a:solidFill>
              </a:defRPr>
            </a:lvl2pPr>
            <a:lvl3pPr indent="-704850" lvl="2" marL="1371600">
              <a:lnSpc>
                <a:spcPct val="115000"/>
              </a:lnSpc>
              <a:spcBef>
                <a:spcPts val="0"/>
              </a:spcBef>
              <a:spcAft>
                <a:spcPts val="0"/>
              </a:spcAft>
              <a:buClr>
                <a:schemeClr val="dk2"/>
              </a:buClr>
              <a:buSzPts val="7500"/>
              <a:buChar char="■"/>
              <a:defRPr sz="7500">
                <a:solidFill>
                  <a:schemeClr val="dk2"/>
                </a:solidFill>
              </a:defRPr>
            </a:lvl3pPr>
            <a:lvl4pPr indent="-704850" lvl="3" marL="1828800">
              <a:lnSpc>
                <a:spcPct val="115000"/>
              </a:lnSpc>
              <a:spcBef>
                <a:spcPts val="0"/>
              </a:spcBef>
              <a:spcAft>
                <a:spcPts val="0"/>
              </a:spcAft>
              <a:buClr>
                <a:schemeClr val="dk2"/>
              </a:buClr>
              <a:buSzPts val="7500"/>
              <a:buChar char="●"/>
              <a:defRPr sz="7500">
                <a:solidFill>
                  <a:schemeClr val="dk2"/>
                </a:solidFill>
              </a:defRPr>
            </a:lvl4pPr>
            <a:lvl5pPr indent="-704850" lvl="4" marL="2286000">
              <a:lnSpc>
                <a:spcPct val="115000"/>
              </a:lnSpc>
              <a:spcBef>
                <a:spcPts val="0"/>
              </a:spcBef>
              <a:spcAft>
                <a:spcPts val="0"/>
              </a:spcAft>
              <a:buClr>
                <a:schemeClr val="dk2"/>
              </a:buClr>
              <a:buSzPts val="7500"/>
              <a:buChar char="○"/>
              <a:defRPr sz="7500">
                <a:solidFill>
                  <a:schemeClr val="dk2"/>
                </a:solidFill>
              </a:defRPr>
            </a:lvl5pPr>
            <a:lvl6pPr indent="-704850" lvl="5" marL="2743200">
              <a:lnSpc>
                <a:spcPct val="115000"/>
              </a:lnSpc>
              <a:spcBef>
                <a:spcPts val="0"/>
              </a:spcBef>
              <a:spcAft>
                <a:spcPts val="0"/>
              </a:spcAft>
              <a:buClr>
                <a:schemeClr val="dk2"/>
              </a:buClr>
              <a:buSzPts val="7500"/>
              <a:buChar char="■"/>
              <a:defRPr sz="7500">
                <a:solidFill>
                  <a:schemeClr val="dk2"/>
                </a:solidFill>
              </a:defRPr>
            </a:lvl6pPr>
            <a:lvl7pPr indent="-704850" lvl="6" marL="3200400">
              <a:lnSpc>
                <a:spcPct val="115000"/>
              </a:lnSpc>
              <a:spcBef>
                <a:spcPts val="0"/>
              </a:spcBef>
              <a:spcAft>
                <a:spcPts val="0"/>
              </a:spcAft>
              <a:buClr>
                <a:schemeClr val="dk2"/>
              </a:buClr>
              <a:buSzPts val="7500"/>
              <a:buChar char="●"/>
              <a:defRPr sz="7500">
                <a:solidFill>
                  <a:schemeClr val="dk2"/>
                </a:solidFill>
              </a:defRPr>
            </a:lvl7pPr>
            <a:lvl8pPr indent="-704850" lvl="7" marL="3657600">
              <a:lnSpc>
                <a:spcPct val="115000"/>
              </a:lnSpc>
              <a:spcBef>
                <a:spcPts val="0"/>
              </a:spcBef>
              <a:spcAft>
                <a:spcPts val="0"/>
              </a:spcAft>
              <a:buClr>
                <a:schemeClr val="dk2"/>
              </a:buClr>
              <a:buSzPts val="7500"/>
              <a:buChar char="○"/>
              <a:defRPr sz="7500">
                <a:solidFill>
                  <a:schemeClr val="dk2"/>
                </a:solidFill>
              </a:defRPr>
            </a:lvl8pPr>
            <a:lvl9pPr indent="-704850" lvl="8" marL="4114800">
              <a:lnSpc>
                <a:spcPct val="115000"/>
              </a:lnSpc>
              <a:spcBef>
                <a:spcPts val="0"/>
              </a:spcBef>
              <a:spcAft>
                <a:spcPts val="0"/>
              </a:spcAft>
              <a:buClr>
                <a:schemeClr val="dk2"/>
              </a:buClr>
              <a:buSzPts val="7500"/>
              <a:buChar char="■"/>
              <a:defRPr sz="7500">
                <a:solidFill>
                  <a:schemeClr val="dk2"/>
                </a:solidFill>
              </a:defRPr>
            </a:lvl9pPr>
          </a:lstStyle>
          <a:p/>
        </p:txBody>
      </p:sp>
      <p:sp>
        <p:nvSpPr>
          <p:cNvPr id="12" name="Google Shape;12;p1"/>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lvl="0" algn="r">
              <a:buNone/>
              <a:defRPr sz="5300">
                <a:solidFill>
                  <a:schemeClr val="dk2"/>
                </a:solidFill>
              </a:defRPr>
            </a:lvl1pPr>
            <a:lvl2pPr lvl="1" algn="r">
              <a:buNone/>
              <a:defRPr sz="5300">
                <a:solidFill>
                  <a:schemeClr val="dk2"/>
                </a:solidFill>
              </a:defRPr>
            </a:lvl2pPr>
            <a:lvl3pPr lvl="2" algn="r">
              <a:buNone/>
              <a:defRPr sz="5300">
                <a:solidFill>
                  <a:schemeClr val="dk2"/>
                </a:solidFill>
              </a:defRPr>
            </a:lvl3pPr>
            <a:lvl4pPr lvl="3" algn="r">
              <a:buNone/>
              <a:defRPr sz="5300">
                <a:solidFill>
                  <a:schemeClr val="dk2"/>
                </a:solidFill>
              </a:defRPr>
            </a:lvl4pPr>
            <a:lvl5pPr lvl="4" algn="r">
              <a:buNone/>
              <a:defRPr sz="5300">
                <a:solidFill>
                  <a:schemeClr val="dk2"/>
                </a:solidFill>
              </a:defRPr>
            </a:lvl5pPr>
            <a:lvl6pPr lvl="5" algn="r">
              <a:buNone/>
              <a:defRPr sz="5300">
                <a:solidFill>
                  <a:schemeClr val="dk2"/>
                </a:solidFill>
              </a:defRPr>
            </a:lvl6pPr>
            <a:lvl7pPr lvl="6" algn="r">
              <a:buNone/>
              <a:defRPr sz="5300">
                <a:solidFill>
                  <a:schemeClr val="dk2"/>
                </a:solidFill>
              </a:defRPr>
            </a:lvl7pPr>
            <a:lvl8pPr lvl="7" algn="r">
              <a:buNone/>
              <a:defRPr sz="5300">
                <a:solidFill>
                  <a:schemeClr val="dk2"/>
                </a:solidFill>
              </a:defRPr>
            </a:lvl8pPr>
            <a:lvl9pPr lvl="8" algn="r">
              <a:buNone/>
              <a:defRPr sz="5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1.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14"/>
          <p:cNvSpPr txBox="1"/>
          <p:nvPr>
            <p:ph type="title"/>
          </p:nvPr>
        </p:nvSpPr>
        <p:spPr>
          <a:xfrm>
            <a:off x="7635240" y="556260"/>
            <a:ext cx="28620600" cy="457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None/>
            </a:pPr>
            <a:r>
              <a:rPr b="1" lang="en-US" sz="7300"/>
              <a:t>OhmSweetHome</a:t>
            </a:r>
            <a:endParaRPr b="1" sz="7300"/>
          </a:p>
          <a:p>
            <a:pPr indent="0" lvl="0" marL="0" rtl="0" algn="ctr">
              <a:lnSpc>
                <a:spcPct val="100000"/>
              </a:lnSpc>
              <a:spcBef>
                <a:spcPts val="0"/>
              </a:spcBef>
              <a:spcAft>
                <a:spcPts val="0"/>
              </a:spcAft>
              <a:buNone/>
            </a:pPr>
            <a:r>
              <a:rPr lang="en-US" sz="6100"/>
              <a:t>Kim Peteros, Lawson Parr, Caiden Rueben, Joshua Le, Vivek Samuel</a:t>
            </a:r>
            <a:endParaRPr sz="6100"/>
          </a:p>
          <a:p>
            <a:pPr indent="0" lvl="0" marL="0" rtl="0" algn="ctr">
              <a:lnSpc>
                <a:spcPct val="100000"/>
              </a:lnSpc>
              <a:spcBef>
                <a:spcPts val="0"/>
              </a:spcBef>
              <a:spcAft>
                <a:spcPts val="0"/>
              </a:spcAft>
              <a:buNone/>
            </a:pPr>
            <a:r>
              <a:rPr lang="en-US" sz="6100"/>
              <a:t>Dr. Prasad Enjeti, Dr. John Lusher</a:t>
            </a:r>
            <a:endParaRPr sz="7300"/>
          </a:p>
        </p:txBody>
      </p:sp>
      <p:sp>
        <p:nvSpPr>
          <p:cNvPr id="68" name="Google Shape;68;p14"/>
          <p:cNvSpPr txBox="1"/>
          <p:nvPr/>
        </p:nvSpPr>
        <p:spPr>
          <a:xfrm>
            <a:off x="35642846" y="4324131"/>
            <a:ext cx="80364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4"/>
          <p:cNvSpPr txBox="1"/>
          <p:nvPr>
            <p:ph idx="1" type="body"/>
          </p:nvPr>
        </p:nvSpPr>
        <p:spPr>
          <a:xfrm>
            <a:off x="166100" y="6590025"/>
            <a:ext cx="10589100" cy="24003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a:solidFill>
                  <a:schemeClr val="dk2"/>
                </a:solidFill>
              </a:rPr>
              <a:t>Problem Definition </a:t>
            </a:r>
            <a:endParaRPr/>
          </a:p>
          <a:p>
            <a:pPr indent="0" lvl="1" marL="0" rtl="0" algn="l">
              <a:lnSpc>
                <a:spcPct val="115000"/>
              </a:lnSpc>
              <a:spcBef>
                <a:spcPts val="0"/>
              </a:spcBef>
              <a:spcAft>
                <a:spcPts val="0"/>
              </a:spcAft>
              <a:buSzPts val="2800"/>
              <a:buNone/>
            </a:pPr>
            <a:r>
              <a:rPr lang="en-US" sz="4000"/>
              <a:t>Residential energy use is largely invisible to homeowners. Most people only see total usage on their utility bill, with no real-time or appliance-level insight, making it difficult to understand consumption patterns or identify inefficiencies.</a:t>
            </a:r>
            <a:endParaRPr sz="4000"/>
          </a:p>
          <a:p>
            <a:pPr indent="0" lvl="1" marL="0" rtl="0" algn="l">
              <a:lnSpc>
                <a:spcPct val="115000"/>
              </a:lnSpc>
              <a:spcBef>
                <a:spcPts val="0"/>
              </a:spcBef>
              <a:spcAft>
                <a:spcPts val="0"/>
              </a:spcAft>
              <a:buSzPts val="2800"/>
              <a:buNone/>
            </a:pPr>
            <a:r>
              <a:t/>
            </a:r>
            <a:endParaRPr sz="4800"/>
          </a:p>
          <a:p>
            <a:pPr indent="0" lvl="1" marL="0" rtl="0" algn="l">
              <a:lnSpc>
                <a:spcPct val="115000"/>
              </a:lnSpc>
              <a:spcBef>
                <a:spcPts val="0"/>
              </a:spcBef>
              <a:spcAft>
                <a:spcPts val="0"/>
              </a:spcAft>
              <a:buSzPts val="2800"/>
              <a:buNone/>
            </a:pPr>
            <a:r>
              <a:t/>
            </a:r>
            <a:endParaRPr sz="4800"/>
          </a:p>
          <a:p>
            <a:pPr indent="0" lvl="1" marL="0" rtl="0" algn="l">
              <a:lnSpc>
                <a:spcPct val="115000"/>
              </a:lnSpc>
              <a:spcBef>
                <a:spcPts val="0"/>
              </a:spcBef>
              <a:spcAft>
                <a:spcPts val="0"/>
              </a:spcAft>
              <a:buSzPts val="2800"/>
              <a:buNone/>
            </a:pPr>
            <a:r>
              <a:t/>
            </a:r>
            <a:endParaRPr sz="4800"/>
          </a:p>
          <a:p>
            <a:pPr indent="0" lvl="1" marL="0" rtl="0" algn="l">
              <a:lnSpc>
                <a:spcPct val="115000"/>
              </a:lnSpc>
              <a:spcBef>
                <a:spcPts val="0"/>
              </a:spcBef>
              <a:spcAft>
                <a:spcPts val="0"/>
              </a:spcAft>
              <a:buSzPts val="2800"/>
              <a:buNone/>
            </a:pPr>
            <a:r>
              <a:t/>
            </a:r>
            <a:endParaRPr sz="4800"/>
          </a:p>
          <a:p>
            <a:pPr indent="0" lvl="1" marL="0" rtl="0" algn="l">
              <a:lnSpc>
                <a:spcPct val="115000"/>
              </a:lnSpc>
              <a:spcBef>
                <a:spcPts val="0"/>
              </a:spcBef>
              <a:spcAft>
                <a:spcPts val="0"/>
              </a:spcAft>
              <a:buSzPts val="2800"/>
              <a:buNone/>
            </a:pPr>
            <a:r>
              <a:t/>
            </a:r>
            <a:endParaRPr sz="4800"/>
          </a:p>
          <a:p>
            <a:pPr indent="-165100" lvl="1" marL="342900" rtl="0" algn="l">
              <a:lnSpc>
                <a:spcPct val="115000"/>
              </a:lnSpc>
              <a:spcBef>
                <a:spcPts val="0"/>
              </a:spcBef>
              <a:spcAft>
                <a:spcPts val="0"/>
              </a:spcAft>
              <a:buSzPts val="2800"/>
              <a:buNone/>
            </a:pPr>
            <a:r>
              <a:t/>
            </a:r>
            <a:endParaRPr/>
          </a:p>
          <a:p>
            <a:pPr indent="-165100" lvl="1" marL="342900" rtl="0" algn="l">
              <a:lnSpc>
                <a:spcPct val="115000"/>
              </a:lnSpc>
              <a:spcBef>
                <a:spcPts val="0"/>
              </a:spcBef>
              <a:spcAft>
                <a:spcPts val="0"/>
              </a:spcAft>
              <a:buSzPts val="2800"/>
              <a:buNone/>
            </a:pPr>
            <a:r>
              <a:t/>
            </a:r>
            <a:endParaRPr/>
          </a:p>
          <a:p>
            <a:pPr indent="-165100" lvl="1" marL="342900" rtl="0" algn="l">
              <a:lnSpc>
                <a:spcPct val="115000"/>
              </a:lnSpc>
              <a:spcBef>
                <a:spcPts val="0"/>
              </a:spcBef>
              <a:spcAft>
                <a:spcPts val="0"/>
              </a:spcAft>
              <a:buSzPts val="2800"/>
              <a:buNone/>
            </a:pPr>
            <a:r>
              <a:t/>
            </a:r>
            <a:endParaRPr/>
          </a:p>
          <a:p>
            <a:pPr indent="0" lvl="1" marL="0" rtl="0" algn="l">
              <a:lnSpc>
                <a:spcPct val="115000"/>
              </a:lnSpc>
              <a:spcBef>
                <a:spcPts val="0"/>
              </a:spcBef>
              <a:spcAft>
                <a:spcPts val="0"/>
              </a:spcAft>
              <a:buSzPts val="2800"/>
              <a:buNone/>
            </a:pPr>
            <a:r>
              <a:t/>
            </a:r>
            <a:endParaRPr/>
          </a:p>
          <a:p>
            <a:pPr indent="0" lvl="0" marL="0" rtl="0" algn="l">
              <a:lnSpc>
                <a:spcPct val="115000"/>
              </a:lnSpc>
              <a:spcBef>
                <a:spcPts val="0"/>
              </a:spcBef>
              <a:spcAft>
                <a:spcPts val="0"/>
              </a:spcAft>
              <a:buNone/>
            </a:pPr>
            <a:r>
              <a:rPr lang="en-US"/>
              <a:t>System Design</a:t>
            </a:r>
            <a:endParaRPr/>
          </a:p>
          <a:p>
            <a:pPr indent="0" lvl="0" marL="0" rtl="0" algn="l">
              <a:lnSpc>
                <a:spcPct val="115000"/>
              </a:lnSpc>
              <a:spcBef>
                <a:spcPts val="0"/>
              </a:spcBef>
              <a:spcAft>
                <a:spcPts val="0"/>
              </a:spcAft>
              <a:buNone/>
            </a:pPr>
            <a:r>
              <a:rPr lang="en-US" sz="4000" u="none">
                <a:solidFill>
                  <a:schemeClr val="dk1"/>
                </a:solidFill>
              </a:rPr>
              <a:t>Sensing:</a:t>
            </a:r>
            <a:r>
              <a:rPr b="0" lang="en-US" sz="4000" u="none">
                <a:solidFill>
                  <a:schemeClr val="dk1"/>
                </a:solidFill>
              </a:rPr>
              <a:t> CT clamp and transformer convert current and voltage to measurable signals </a:t>
            </a:r>
            <a:r>
              <a:rPr lang="en-US" sz="4000" u="none">
                <a:solidFill>
                  <a:schemeClr val="dk1"/>
                </a:solidFill>
              </a:rPr>
              <a:t>Conditioning:</a:t>
            </a:r>
            <a:r>
              <a:rPr b="0" lang="en-US" sz="4000" u="none">
                <a:solidFill>
                  <a:schemeClr val="dk1"/>
                </a:solidFill>
              </a:rPr>
              <a:t> Filters reduce noise and stabilize signals </a:t>
            </a:r>
            <a:endParaRPr b="0" sz="4000" u="none">
              <a:solidFill>
                <a:schemeClr val="dk1"/>
              </a:solidFill>
            </a:endParaRPr>
          </a:p>
          <a:p>
            <a:pPr indent="0" lvl="0" marL="0" rtl="0" algn="l">
              <a:lnSpc>
                <a:spcPct val="115000"/>
              </a:lnSpc>
              <a:spcBef>
                <a:spcPts val="0"/>
              </a:spcBef>
              <a:spcAft>
                <a:spcPts val="0"/>
              </a:spcAft>
              <a:buNone/>
            </a:pPr>
            <a:r>
              <a:rPr lang="en-US" sz="4000" u="none">
                <a:solidFill>
                  <a:schemeClr val="dk1"/>
                </a:solidFill>
              </a:rPr>
              <a:t>Processing:</a:t>
            </a:r>
            <a:r>
              <a:rPr b="0" lang="en-US" sz="4000" u="none">
                <a:solidFill>
                  <a:schemeClr val="dk1"/>
                </a:solidFill>
              </a:rPr>
              <a:t> ESP32 samples and computes electrical measurements </a:t>
            </a:r>
            <a:r>
              <a:rPr lang="en-US" sz="4000" u="none">
                <a:solidFill>
                  <a:schemeClr val="dk1"/>
                </a:solidFill>
              </a:rPr>
              <a:t>Integration:</a:t>
            </a:r>
            <a:r>
              <a:rPr b="0" lang="en-US" sz="4000" u="none">
                <a:solidFill>
                  <a:schemeClr val="dk1"/>
                </a:solidFill>
              </a:rPr>
              <a:t> Custom PCB combines all components into a compact system</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p:txBody>
      </p:sp>
      <p:sp>
        <p:nvSpPr>
          <p:cNvPr id="70" name="Google Shape;70;p14"/>
          <p:cNvSpPr txBox="1"/>
          <p:nvPr>
            <p:ph idx="2" type="body"/>
          </p:nvPr>
        </p:nvSpPr>
        <p:spPr>
          <a:xfrm>
            <a:off x="11674281" y="6590020"/>
            <a:ext cx="9829800" cy="240030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None/>
            </a:pPr>
            <a:r>
              <a:rPr lang="en-US"/>
              <a:t>Engineering Analysis</a:t>
            </a:r>
            <a:endParaRPr sz="4000" u="none">
              <a:solidFill>
                <a:srgbClr val="000000"/>
              </a:solidFill>
            </a:endParaRPr>
          </a:p>
          <a:p>
            <a:pPr indent="0" lvl="0" marL="0" rtl="0" algn="l">
              <a:lnSpc>
                <a:spcPct val="115000"/>
              </a:lnSpc>
              <a:spcBef>
                <a:spcPts val="0"/>
              </a:spcBef>
              <a:spcAft>
                <a:spcPts val="0"/>
              </a:spcAft>
              <a:buNone/>
            </a:pPr>
            <a:r>
              <a:rPr lang="en-US" sz="4000" u="none">
                <a:solidFill>
                  <a:schemeClr val="dk1"/>
                </a:solidFill>
              </a:rPr>
              <a:t>Machine Learning Classification</a:t>
            </a:r>
            <a:r>
              <a:rPr lang="en-US" sz="4000" u="none">
                <a:solidFill>
                  <a:schemeClr val="dk2"/>
                </a:solidFill>
              </a:rPr>
              <a:t> </a:t>
            </a:r>
            <a:endParaRPr sz="4000" u="none">
              <a:solidFill>
                <a:schemeClr val="dk2"/>
              </a:solidFill>
            </a:endParaRPr>
          </a:p>
          <a:p>
            <a:pPr indent="-482600" lvl="0" marL="457200" rtl="0" algn="l">
              <a:lnSpc>
                <a:spcPct val="115000"/>
              </a:lnSpc>
              <a:spcBef>
                <a:spcPts val="0"/>
              </a:spcBef>
              <a:spcAft>
                <a:spcPts val="0"/>
              </a:spcAft>
              <a:buClr>
                <a:schemeClr val="dk1"/>
              </a:buClr>
              <a:buSzPts val="4000"/>
              <a:buChar char="●"/>
            </a:pPr>
            <a:r>
              <a:rPr b="0" lang="en-US" sz="4000" u="none">
                <a:solidFill>
                  <a:schemeClr val="dk1"/>
                </a:solidFill>
              </a:rPr>
              <a:t>Trained a multilabel gradient-boosted tree model to detect active appliances from electrical features </a:t>
            </a:r>
            <a:endParaRPr b="0" sz="4000" u="none">
              <a:solidFill>
                <a:schemeClr val="dk1"/>
              </a:solidFill>
            </a:endParaRPr>
          </a:p>
          <a:p>
            <a:pPr indent="-482600" lvl="0" marL="457200" rtl="0" algn="l">
              <a:lnSpc>
                <a:spcPct val="115000"/>
              </a:lnSpc>
              <a:spcBef>
                <a:spcPts val="0"/>
              </a:spcBef>
              <a:spcAft>
                <a:spcPts val="0"/>
              </a:spcAft>
              <a:buClr>
                <a:schemeClr val="dk1"/>
              </a:buClr>
              <a:buSzPts val="4000"/>
              <a:buChar char="●"/>
            </a:pPr>
            <a:r>
              <a:rPr b="0" lang="en-US" sz="4000" u="none">
                <a:solidFill>
                  <a:schemeClr val="dk1"/>
                </a:solidFill>
              </a:rPr>
              <a:t>Chosen for strong performance on tabular power data and fast cloud inference </a:t>
            </a:r>
            <a:endParaRPr b="0" sz="4000" u="none">
              <a:solidFill>
                <a:schemeClr val="dk1"/>
              </a:solidFill>
            </a:endParaRPr>
          </a:p>
          <a:p>
            <a:pPr indent="-482600" lvl="0" marL="457200" rtl="0" algn="l">
              <a:lnSpc>
                <a:spcPct val="115000"/>
              </a:lnSpc>
              <a:spcBef>
                <a:spcPts val="0"/>
              </a:spcBef>
              <a:spcAft>
                <a:spcPts val="0"/>
              </a:spcAft>
              <a:buClr>
                <a:schemeClr val="dk1"/>
              </a:buClr>
              <a:buSzPts val="4000"/>
              <a:buChar char="●"/>
            </a:pPr>
            <a:r>
              <a:rPr b="0" lang="en-US" sz="4000" u="none">
                <a:solidFill>
                  <a:schemeClr val="dk1"/>
                </a:solidFill>
              </a:rPr>
              <a:t>Feature importance shows which measurements mattered most to prediction</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0"/>
              </a:spcBef>
              <a:spcAft>
                <a:spcPts val="0"/>
              </a:spcAft>
              <a:buNone/>
            </a:pPr>
            <a:r>
              <a:t/>
            </a:r>
            <a:endParaRPr b="0" sz="4000" u="none">
              <a:solidFill>
                <a:schemeClr val="dk1"/>
              </a:solidFill>
            </a:endParaRPr>
          </a:p>
          <a:p>
            <a:pPr indent="0" lvl="0" marL="0" rtl="0" algn="l">
              <a:lnSpc>
                <a:spcPct val="115000"/>
              </a:lnSpc>
              <a:spcBef>
                <a:spcPts val="1200"/>
              </a:spcBef>
              <a:spcAft>
                <a:spcPts val="0"/>
              </a:spcAft>
              <a:buNone/>
            </a:pPr>
            <a:r>
              <a:t/>
            </a:r>
            <a:endParaRPr sz="4000" u="none">
              <a:solidFill>
                <a:srgbClr val="000000"/>
              </a:solidFill>
            </a:endParaRPr>
          </a:p>
          <a:p>
            <a:pPr indent="0" lvl="0" marL="0" rtl="0" algn="l">
              <a:lnSpc>
                <a:spcPct val="115000"/>
              </a:lnSpc>
              <a:spcBef>
                <a:spcPts val="1200"/>
              </a:spcBef>
              <a:spcAft>
                <a:spcPts val="0"/>
              </a:spcAft>
              <a:buNone/>
            </a:pPr>
            <a:r>
              <a:rPr lang="en-US" sz="4000" u="none">
                <a:solidFill>
                  <a:srgbClr val="000000"/>
                </a:solidFill>
              </a:rPr>
              <a:t>Electrical Load Characterization</a:t>
            </a:r>
            <a:endParaRPr sz="4000" u="none">
              <a:solidFill>
                <a:srgbClr val="000000"/>
              </a:solidFill>
            </a:endParaRPr>
          </a:p>
          <a:p>
            <a:pPr indent="0" lvl="0" marL="0" rtl="0" algn="l">
              <a:lnSpc>
                <a:spcPct val="115000"/>
              </a:lnSpc>
              <a:spcBef>
                <a:spcPts val="1200"/>
              </a:spcBef>
              <a:spcAft>
                <a:spcPts val="0"/>
              </a:spcAft>
              <a:buNone/>
            </a:pPr>
            <a:r>
              <a:t/>
            </a:r>
            <a:endParaRPr sz="4000" u="none">
              <a:solidFill>
                <a:srgbClr val="000000"/>
              </a:solidFill>
            </a:endParaRPr>
          </a:p>
          <a:p>
            <a:pPr indent="0" lvl="0" marL="0" rtl="0" algn="l">
              <a:lnSpc>
                <a:spcPct val="115000"/>
              </a:lnSpc>
              <a:spcBef>
                <a:spcPts val="1200"/>
              </a:spcBef>
              <a:spcAft>
                <a:spcPts val="0"/>
              </a:spcAft>
              <a:buNone/>
            </a:pPr>
            <a:r>
              <a:t/>
            </a:r>
            <a:endParaRPr sz="4000" u="none">
              <a:solidFill>
                <a:srgbClr val="000000"/>
              </a:solidFill>
            </a:endParaRPr>
          </a:p>
          <a:p>
            <a:pPr indent="0" lvl="0" marL="0" rtl="0" algn="l">
              <a:lnSpc>
                <a:spcPct val="115000"/>
              </a:lnSpc>
              <a:spcBef>
                <a:spcPts val="1200"/>
              </a:spcBef>
              <a:spcAft>
                <a:spcPts val="0"/>
              </a:spcAft>
              <a:buNone/>
            </a:pPr>
            <a:r>
              <a:t/>
            </a:r>
            <a:endParaRPr sz="4000" u="none">
              <a:solidFill>
                <a:srgbClr val="000000"/>
              </a:solidFill>
            </a:endParaRPr>
          </a:p>
          <a:p>
            <a:pPr indent="0" lvl="0" marL="0" rtl="0" algn="l">
              <a:lnSpc>
                <a:spcPct val="115000"/>
              </a:lnSpc>
              <a:spcBef>
                <a:spcPts val="1200"/>
              </a:spcBef>
              <a:spcAft>
                <a:spcPts val="0"/>
              </a:spcAft>
              <a:buNone/>
            </a:pPr>
            <a:r>
              <a:rPr lang="en-US" sz="4000" u="none">
                <a:solidFill>
                  <a:srgbClr val="000000"/>
                </a:solidFill>
              </a:rPr>
              <a:t>Digital Signal Processing Pipeline</a:t>
            </a:r>
            <a:endParaRPr sz="4000" u="none">
              <a:solidFill>
                <a:srgbClr val="000000"/>
              </a:solidFill>
            </a:endParaRPr>
          </a:p>
          <a:p>
            <a:pPr indent="-482600" lvl="0" marL="457200" rtl="0" algn="l">
              <a:lnSpc>
                <a:spcPct val="115000"/>
              </a:lnSpc>
              <a:spcBef>
                <a:spcPts val="1200"/>
              </a:spcBef>
              <a:spcAft>
                <a:spcPts val="0"/>
              </a:spcAft>
              <a:buSzPts val="4000"/>
              <a:buChar char="●"/>
            </a:pPr>
            <a:r>
              <a:rPr b="0" lang="en-US" sz="4000" u="none">
                <a:solidFill>
                  <a:srgbClr val="000000"/>
                </a:solidFill>
              </a:rPr>
              <a:t>DC bias removal (~1.65V)</a:t>
            </a:r>
            <a:endParaRPr b="0" sz="4000" u="none">
              <a:solidFill>
                <a:srgbClr val="000000"/>
              </a:solidFill>
            </a:endParaRPr>
          </a:p>
          <a:p>
            <a:pPr indent="-482600" lvl="0" marL="457200" rtl="0" algn="l">
              <a:lnSpc>
                <a:spcPct val="115000"/>
              </a:lnSpc>
              <a:spcBef>
                <a:spcPts val="0"/>
              </a:spcBef>
              <a:spcAft>
                <a:spcPts val="0"/>
              </a:spcAft>
              <a:buSzPts val="4000"/>
              <a:buChar char="●"/>
            </a:pPr>
            <a:r>
              <a:rPr b="0" lang="en-US" sz="4000" u="none">
                <a:solidFill>
                  <a:srgbClr val="000000"/>
                </a:solidFill>
              </a:rPr>
              <a:t>Windowed sampling for feature extraction</a:t>
            </a:r>
            <a:endParaRPr b="0" sz="4000" u="none">
              <a:solidFill>
                <a:srgbClr val="000000"/>
              </a:solidFill>
            </a:endParaRPr>
          </a:p>
          <a:p>
            <a:pPr indent="-482600" lvl="0" marL="457200" rtl="0" algn="l">
              <a:lnSpc>
                <a:spcPct val="115000"/>
              </a:lnSpc>
              <a:spcBef>
                <a:spcPts val="0"/>
              </a:spcBef>
              <a:spcAft>
                <a:spcPts val="0"/>
              </a:spcAft>
              <a:buSzPts val="4000"/>
              <a:buChar char="●"/>
            </a:pPr>
            <a:r>
              <a:rPr b="0" lang="en-US" sz="4000" u="none">
                <a:solidFill>
                  <a:srgbClr val="000000"/>
                </a:solidFill>
              </a:rPr>
              <a:t>RMS, power, and power factor calculation</a:t>
            </a:r>
            <a:endParaRPr b="0" sz="4000" u="none">
              <a:solidFill>
                <a:srgbClr val="000000"/>
              </a:solidFill>
            </a:endParaRPr>
          </a:p>
          <a:p>
            <a:pPr indent="-482600" lvl="0" marL="457200" rtl="0" algn="l">
              <a:lnSpc>
                <a:spcPct val="115000"/>
              </a:lnSpc>
              <a:spcBef>
                <a:spcPts val="0"/>
              </a:spcBef>
              <a:spcAft>
                <a:spcPts val="0"/>
              </a:spcAft>
              <a:buSzPts val="4000"/>
              <a:buChar char="●"/>
            </a:pPr>
            <a:r>
              <a:rPr b="0" lang="en-US" sz="4000" u="none">
                <a:solidFill>
                  <a:srgbClr val="000000"/>
                </a:solidFill>
              </a:rPr>
              <a:t>Safe ADC scaling</a:t>
            </a:r>
            <a:endParaRPr sz="4000" u="none">
              <a:solidFill>
                <a:srgbClr val="000000"/>
              </a:solidFill>
            </a:endParaRPr>
          </a:p>
          <a:p>
            <a:pPr indent="0" lvl="0" marL="0" rtl="0" algn="l">
              <a:lnSpc>
                <a:spcPct val="115000"/>
              </a:lnSpc>
              <a:spcBef>
                <a:spcPts val="1200"/>
              </a:spcBef>
              <a:spcAft>
                <a:spcPts val="1200"/>
              </a:spcAft>
              <a:buNone/>
            </a:pPr>
            <a:r>
              <a:t/>
            </a:r>
            <a:endParaRPr b="0" sz="4000" u="none">
              <a:solidFill>
                <a:srgbClr val="000000"/>
              </a:solidFill>
            </a:endParaRPr>
          </a:p>
        </p:txBody>
      </p:sp>
      <p:sp>
        <p:nvSpPr>
          <p:cNvPr id="71" name="Google Shape;71;p14"/>
          <p:cNvSpPr txBox="1"/>
          <p:nvPr>
            <p:ph idx="3" type="body"/>
          </p:nvPr>
        </p:nvSpPr>
        <p:spPr>
          <a:xfrm>
            <a:off x="22426516" y="6590020"/>
            <a:ext cx="9829800" cy="24003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0"/>
              </a:spcBef>
              <a:spcAft>
                <a:spcPts val="0"/>
              </a:spcAft>
              <a:buNone/>
            </a:pPr>
            <a:r>
              <a:rPr lang="en-US"/>
              <a:t>Outcomes</a:t>
            </a:r>
            <a:endParaRPr/>
          </a:p>
          <a:p>
            <a:pPr indent="0" lvl="0" marL="0" rtl="0" algn="l">
              <a:lnSpc>
                <a:spcPct val="115000"/>
              </a:lnSpc>
              <a:spcBef>
                <a:spcPts val="0"/>
              </a:spcBef>
              <a:spcAft>
                <a:spcPts val="0"/>
              </a:spcAft>
              <a:buNone/>
            </a:pPr>
            <a:r>
              <a:rPr b="0" lang="en-US" sz="4000" u="none">
                <a:solidFill>
                  <a:srgbClr val="000000"/>
                </a:solidFill>
              </a:rPr>
              <a:t>Our fully integrated system uses custom hardware to capture and filter electrical signals. An embedded microcontroller processes and streams this data to the cloud, where machine learning identifies active appliances for real-time visualization on our mobile app.</a:t>
            </a:r>
            <a:endParaRPr b="0" sz="4000" u="none">
              <a:solidFill>
                <a:srgbClr val="000000"/>
              </a:solidFill>
            </a:endParaRPr>
          </a:p>
          <a:p>
            <a:pPr indent="0" lvl="0" marL="0" rtl="0" algn="l">
              <a:lnSpc>
                <a:spcPct val="115000"/>
              </a:lnSpc>
              <a:spcBef>
                <a:spcPts val="1200"/>
              </a:spcBef>
              <a:spcAft>
                <a:spcPts val="0"/>
              </a:spcAft>
              <a:buNone/>
            </a:pPr>
            <a:r>
              <a:t/>
            </a:r>
            <a:endParaRPr b="0" sz="4000" u="none">
              <a:solidFill>
                <a:srgbClr val="000000"/>
              </a:solidFill>
            </a:endParaRPr>
          </a:p>
          <a:p>
            <a:pPr indent="0" lvl="0" marL="0" rtl="0" algn="l">
              <a:lnSpc>
                <a:spcPct val="115000"/>
              </a:lnSpc>
              <a:spcBef>
                <a:spcPts val="120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0" lvl="0" marL="0" rtl="0" algn="l">
              <a:lnSpc>
                <a:spcPct val="115000"/>
              </a:lnSpc>
              <a:spcBef>
                <a:spcPts val="0"/>
              </a:spcBef>
              <a:spcAft>
                <a:spcPts val="0"/>
              </a:spcAft>
              <a:buNone/>
            </a:pPr>
            <a:r>
              <a:t/>
            </a:r>
            <a:endParaRPr sz="4000" u="none">
              <a:solidFill>
                <a:srgbClr val="000000"/>
              </a:solidFill>
            </a:endParaRPr>
          </a:p>
          <a:p>
            <a:pPr indent="-482600" lvl="0" marL="457200" rtl="0" algn="l">
              <a:lnSpc>
                <a:spcPct val="115000"/>
              </a:lnSpc>
              <a:spcBef>
                <a:spcPts val="0"/>
              </a:spcBef>
              <a:spcAft>
                <a:spcPts val="0"/>
              </a:spcAft>
              <a:buSzPts val="4000"/>
              <a:buChar char="●"/>
            </a:pPr>
            <a:r>
              <a:rPr b="0" lang="en-US" sz="4000" u="none">
                <a:solidFill>
                  <a:srgbClr val="000000"/>
                </a:solidFill>
              </a:rPr>
              <a:t>Reliable real-time power monitoring with cloud integration</a:t>
            </a:r>
            <a:endParaRPr b="0" sz="4000" u="none">
              <a:solidFill>
                <a:srgbClr val="000000"/>
              </a:solidFill>
            </a:endParaRPr>
          </a:p>
          <a:p>
            <a:pPr indent="-482600" lvl="0" marL="457200" rtl="0" algn="l">
              <a:lnSpc>
                <a:spcPct val="115000"/>
              </a:lnSpc>
              <a:spcBef>
                <a:spcPts val="0"/>
              </a:spcBef>
              <a:spcAft>
                <a:spcPts val="0"/>
              </a:spcAft>
              <a:buSzPts val="4000"/>
              <a:buChar char="●"/>
            </a:pPr>
            <a:r>
              <a:rPr b="0" lang="en-US" sz="4000" u="none">
                <a:solidFill>
                  <a:srgbClr val="000000"/>
                </a:solidFill>
              </a:rPr>
              <a:t>Consistent Vrms (~120V) with dynamic current response</a:t>
            </a:r>
            <a:endParaRPr b="0" sz="4000" u="none">
              <a:solidFill>
                <a:srgbClr val="000000"/>
              </a:solidFill>
            </a:endParaRPr>
          </a:p>
          <a:p>
            <a:pPr indent="-482600" lvl="0" marL="457200" rtl="0" algn="l">
              <a:lnSpc>
                <a:spcPct val="115000"/>
              </a:lnSpc>
              <a:spcBef>
                <a:spcPts val="0"/>
              </a:spcBef>
              <a:spcAft>
                <a:spcPts val="0"/>
              </a:spcAft>
              <a:buSzPts val="4000"/>
              <a:buChar char="●"/>
            </a:pPr>
            <a:r>
              <a:rPr b="0" lang="en-US" sz="4000" u="none">
                <a:solidFill>
                  <a:srgbClr val="000000"/>
                </a:solidFill>
              </a:rPr>
              <a:t>Clear detection of appliance on/off state changes</a:t>
            </a:r>
            <a:endParaRPr b="0" sz="4000" u="none">
              <a:solidFill>
                <a:srgbClr val="000000"/>
              </a:solidFill>
            </a:endParaRPr>
          </a:p>
          <a:p>
            <a:pPr indent="-482600" lvl="0" marL="457200" rtl="0" algn="l">
              <a:lnSpc>
                <a:spcPct val="115000"/>
              </a:lnSpc>
              <a:spcBef>
                <a:spcPts val="0"/>
              </a:spcBef>
              <a:spcAft>
                <a:spcPts val="0"/>
              </a:spcAft>
              <a:buSzPts val="4000"/>
              <a:buChar char="●"/>
            </a:pPr>
            <a:r>
              <a:rPr b="0" lang="en-US" sz="4000" u="none">
                <a:solidFill>
                  <a:srgbClr val="000000"/>
                </a:solidFill>
              </a:rPr>
              <a:t>Machine learning enables appliance-level identification</a:t>
            </a:r>
            <a:endParaRPr b="0" sz="4000" u="none">
              <a:solidFill>
                <a:srgbClr val="000000"/>
              </a:solidFill>
            </a:endParaRPr>
          </a:p>
          <a:p>
            <a:pPr indent="0" lvl="0" marL="0" rtl="0" algn="l">
              <a:lnSpc>
                <a:spcPct val="115000"/>
              </a:lnSpc>
              <a:spcBef>
                <a:spcPts val="0"/>
              </a:spcBef>
              <a:spcAft>
                <a:spcPts val="0"/>
              </a:spcAft>
              <a:buNone/>
            </a:pPr>
            <a:r>
              <a:t/>
            </a:r>
            <a:endParaRPr b="0" sz="4000" u="none">
              <a:solidFill>
                <a:srgbClr val="000000"/>
              </a:solidFill>
            </a:endParaRPr>
          </a:p>
          <a:p>
            <a:pPr indent="0" lvl="0" marL="0" rtl="0" algn="l">
              <a:lnSpc>
                <a:spcPct val="100000"/>
              </a:lnSpc>
              <a:spcBef>
                <a:spcPts val="0"/>
              </a:spcBef>
              <a:spcAft>
                <a:spcPts val="0"/>
              </a:spcAft>
              <a:buNone/>
            </a:pPr>
            <a:r>
              <a:t/>
            </a:r>
            <a:endParaRPr sz="4000" u="none">
              <a:solidFill>
                <a:srgbClr val="000000"/>
              </a:solidFill>
            </a:endParaRPr>
          </a:p>
          <a:p>
            <a:pPr indent="0" lvl="0" marL="0" rtl="0" algn="l">
              <a:lnSpc>
                <a:spcPct val="100000"/>
              </a:lnSpc>
              <a:spcBef>
                <a:spcPts val="0"/>
              </a:spcBef>
              <a:spcAft>
                <a:spcPts val="0"/>
              </a:spcAft>
              <a:buNone/>
            </a:pPr>
            <a:r>
              <a:t/>
            </a:r>
            <a:endParaRPr sz="4000" u="none">
              <a:solidFill>
                <a:srgbClr val="000000"/>
              </a:solidFill>
            </a:endParaRPr>
          </a:p>
          <a:p>
            <a:pPr indent="0" lvl="0" marL="0" rtl="0" algn="l">
              <a:lnSpc>
                <a:spcPct val="100000"/>
              </a:lnSpc>
              <a:spcBef>
                <a:spcPts val="0"/>
              </a:spcBef>
              <a:spcAft>
                <a:spcPts val="0"/>
              </a:spcAft>
              <a:buNone/>
            </a:pPr>
            <a:r>
              <a:t/>
            </a:r>
            <a:endParaRPr sz="4000" u="none">
              <a:solidFill>
                <a:srgbClr val="000000"/>
              </a:solidFill>
            </a:endParaRPr>
          </a:p>
          <a:p>
            <a:pPr indent="0" lvl="0" marL="0" rtl="0" algn="l">
              <a:lnSpc>
                <a:spcPct val="100000"/>
              </a:lnSpc>
              <a:spcBef>
                <a:spcPts val="0"/>
              </a:spcBef>
              <a:spcAft>
                <a:spcPts val="0"/>
              </a:spcAft>
              <a:buNone/>
            </a:pPr>
            <a:r>
              <a:t/>
            </a:r>
            <a:endParaRPr sz="4000" u="none">
              <a:solidFill>
                <a:srgbClr val="000000"/>
              </a:solidFill>
            </a:endParaRPr>
          </a:p>
          <a:p>
            <a:pPr indent="0" lvl="0" marL="0" rtl="0" algn="l">
              <a:lnSpc>
                <a:spcPct val="100000"/>
              </a:lnSpc>
              <a:spcBef>
                <a:spcPts val="0"/>
              </a:spcBef>
              <a:spcAft>
                <a:spcPts val="0"/>
              </a:spcAft>
              <a:buNone/>
            </a:pPr>
            <a:r>
              <a:t/>
            </a:r>
            <a:endParaRPr sz="4000" u="none">
              <a:solidFill>
                <a:srgbClr val="000000"/>
              </a:solidFill>
            </a:endParaRPr>
          </a:p>
          <a:p>
            <a:pPr indent="0" lvl="0" marL="0" rtl="0" algn="l">
              <a:lnSpc>
                <a:spcPct val="100000"/>
              </a:lnSpc>
              <a:spcBef>
                <a:spcPts val="0"/>
              </a:spcBef>
              <a:spcAft>
                <a:spcPts val="0"/>
              </a:spcAft>
              <a:buNone/>
            </a:pPr>
            <a:r>
              <a:t/>
            </a:r>
            <a:endParaRPr sz="4000" u="none">
              <a:solidFill>
                <a:srgbClr val="000000"/>
              </a:solidFill>
            </a:endParaRPr>
          </a:p>
          <a:p>
            <a:pPr indent="0" lvl="0" marL="0" rtl="0" algn="l">
              <a:lnSpc>
                <a:spcPct val="100000"/>
              </a:lnSpc>
              <a:spcBef>
                <a:spcPts val="0"/>
              </a:spcBef>
              <a:spcAft>
                <a:spcPts val="0"/>
              </a:spcAft>
              <a:buNone/>
            </a:pPr>
            <a:r>
              <a:t/>
            </a:r>
            <a:endParaRPr sz="4000" u="none">
              <a:solidFill>
                <a:srgbClr val="000000"/>
              </a:solidFill>
            </a:endParaRPr>
          </a:p>
          <a:p>
            <a:pPr indent="0" lvl="0" marL="0" rtl="0" algn="l">
              <a:lnSpc>
                <a:spcPct val="100000"/>
              </a:lnSpc>
              <a:spcBef>
                <a:spcPts val="0"/>
              </a:spcBef>
              <a:spcAft>
                <a:spcPts val="0"/>
              </a:spcAft>
              <a:buNone/>
            </a:pPr>
            <a:r>
              <a:t/>
            </a:r>
            <a:endParaRPr b="0" sz="4000" u="none"/>
          </a:p>
        </p:txBody>
      </p:sp>
      <p:sp>
        <p:nvSpPr>
          <p:cNvPr id="72" name="Google Shape;72;p14"/>
          <p:cNvSpPr txBox="1"/>
          <p:nvPr>
            <p:ph idx="4" type="body"/>
          </p:nvPr>
        </p:nvSpPr>
        <p:spPr>
          <a:xfrm>
            <a:off x="33147000" y="6590020"/>
            <a:ext cx="9829800" cy="240030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50000"/>
              </a:lnSpc>
              <a:spcBef>
                <a:spcPts val="0"/>
              </a:spcBef>
              <a:spcAft>
                <a:spcPts val="0"/>
              </a:spcAft>
              <a:buNone/>
            </a:pPr>
            <a:r>
              <a:rPr lang="en-US"/>
              <a:t>Impact</a:t>
            </a:r>
            <a:endParaRPr/>
          </a:p>
          <a:p>
            <a:pPr indent="-482600" lvl="0" marL="457200" rtl="0" algn="l">
              <a:lnSpc>
                <a:spcPct val="150000"/>
              </a:lnSpc>
              <a:spcBef>
                <a:spcPts val="0"/>
              </a:spcBef>
              <a:spcAft>
                <a:spcPts val="0"/>
              </a:spcAft>
              <a:buClr>
                <a:schemeClr val="dk1"/>
              </a:buClr>
              <a:buSzPts val="4000"/>
              <a:buChar char="●"/>
            </a:pPr>
            <a:r>
              <a:rPr b="0" lang="en-US" sz="4000" u="none">
                <a:solidFill>
                  <a:schemeClr val="dk1"/>
                </a:solidFill>
              </a:rPr>
              <a:t>Provides homeowners with real-time energy usage insights</a:t>
            </a:r>
            <a:endParaRPr b="0" sz="4000" u="none">
              <a:solidFill>
                <a:schemeClr val="dk1"/>
              </a:solidFill>
            </a:endParaRPr>
          </a:p>
          <a:p>
            <a:pPr indent="-482600" lvl="0" marL="457200" rtl="0" algn="l">
              <a:lnSpc>
                <a:spcPct val="150000"/>
              </a:lnSpc>
              <a:spcBef>
                <a:spcPts val="0"/>
              </a:spcBef>
              <a:spcAft>
                <a:spcPts val="0"/>
              </a:spcAft>
              <a:buClr>
                <a:schemeClr val="dk1"/>
              </a:buClr>
              <a:buSzPts val="4000"/>
              <a:buChar char="●"/>
            </a:pPr>
            <a:r>
              <a:rPr b="0" lang="en-US" sz="4000" u="none">
                <a:solidFill>
                  <a:schemeClr val="dk1"/>
                </a:solidFill>
              </a:rPr>
              <a:t>Enables identification of inefficient appliances --&gt; cost savings</a:t>
            </a:r>
            <a:endParaRPr b="0" sz="4000" u="none">
              <a:solidFill>
                <a:schemeClr val="dk1"/>
              </a:solidFill>
            </a:endParaRPr>
          </a:p>
          <a:p>
            <a:pPr indent="-482600" lvl="0" marL="457200" rtl="0" algn="l">
              <a:lnSpc>
                <a:spcPct val="150000"/>
              </a:lnSpc>
              <a:spcBef>
                <a:spcPts val="0"/>
              </a:spcBef>
              <a:spcAft>
                <a:spcPts val="0"/>
              </a:spcAft>
              <a:buClr>
                <a:schemeClr val="dk1"/>
              </a:buClr>
              <a:buSzPts val="4000"/>
              <a:buChar char="●"/>
            </a:pPr>
            <a:r>
              <a:rPr b="0" lang="en-US" sz="4000" u="none">
                <a:solidFill>
                  <a:schemeClr val="dk1"/>
                </a:solidFill>
              </a:rPr>
              <a:t>Scalable for smart home integration and energy monitoring systems</a:t>
            </a:r>
            <a:endParaRPr b="0" sz="4000" u="none">
              <a:solidFill>
                <a:schemeClr val="dk1"/>
              </a:solidFill>
            </a:endParaRPr>
          </a:p>
          <a:p>
            <a:pPr indent="-482600" lvl="0" marL="457200" rtl="0" algn="l">
              <a:lnSpc>
                <a:spcPct val="150000"/>
              </a:lnSpc>
              <a:spcBef>
                <a:spcPts val="0"/>
              </a:spcBef>
              <a:spcAft>
                <a:spcPts val="0"/>
              </a:spcAft>
              <a:buClr>
                <a:schemeClr val="dk1"/>
              </a:buClr>
              <a:buSzPts val="4000"/>
              <a:buChar char="●"/>
            </a:pPr>
            <a:r>
              <a:rPr b="0" lang="en-US" sz="4000" u="none">
                <a:solidFill>
                  <a:schemeClr val="dk1"/>
                </a:solidFill>
              </a:rPr>
              <a:t>Low-cost alternative to existing commercial solutions</a:t>
            </a:r>
            <a:endParaRPr b="0" sz="4000" u="none">
              <a:solidFill>
                <a:schemeClr val="dk1"/>
              </a:solidFill>
            </a:endParaRPr>
          </a:p>
          <a:p>
            <a:pPr indent="0" lvl="1" marL="177800" rtl="0" algn="l">
              <a:lnSpc>
                <a:spcPct val="150000"/>
              </a:lnSpc>
              <a:spcBef>
                <a:spcPts val="0"/>
              </a:spcBef>
              <a:spcAft>
                <a:spcPts val="0"/>
              </a:spcAft>
              <a:buSzPts val="2800"/>
              <a:buNone/>
            </a:pPr>
            <a:r>
              <a:t/>
            </a:r>
            <a:endParaRPr/>
          </a:p>
          <a:p>
            <a:pPr indent="0" lvl="0" marL="0" rtl="0" algn="l">
              <a:lnSpc>
                <a:spcPct val="150000"/>
              </a:lnSpc>
              <a:spcBef>
                <a:spcPts val="0"/>
              </a:spcBef>
              <a:spcAft>
                <a:spcPts val="0"/>
              </a:spcAft>
              <a:buNone/>
            </a:pPr>
            <a:r>
              <a:rPr lang="en-US"/>
              <a:t>References</a:t>
            </a:r>
            <a:endParaRPr/>
          </a:p>
          <a:p>
            <a:pPr indent="-482600" lvl="0" marL="457200" rtl="0" algn="l">
              <a:lnSpc>
                <a:spcPct val="150000"/>
              </a:lnSpc>
              <a:spcBef>
                <a:spcPts val="0"/>
              </a:spcBef>
              <a:spcAft>
                <a:spcPts val="0"/>
              </a:spcAft>
              <a:buClr>
                <a:schemeClr val="dk1"/>
              </a:buClr>
              <a:buSzPts val="4000"/>
              <a:buChar char="●"/>
            </a:pPr>
            <a:r>
              <a:rPr b="0" lang="en-US" sz="4000" u="none">
                <a:solidFill>
                  <a:schemeClr val="dk1"/>
                </a:solidFill>
              </a:rPr>
              <a:t>“The Sense Home Energy Monitor.” Sense.com, 2018, sense.com/. ‌</a:t>
            </a:r>
            <a:endParaRPr b="0" sz="4000" u="none">
              <a:solidFill>
                <a:schemeClr val="dk1"/>
              </a:solidFill>
            </a:endParaRPr>
          </a:p>
          <a:p>
            <a:pPr indent="-482600" lvl="0" marL="457200" rtl="0" algn="l">
              <a:lnSpc>
                <a:spcPct val="150000"/>
              </a:lnSpc>
              <a:spcBef>
                <a:spcPts val="0"/>
              </a:spcBef>
              <a:spcAft>
                <a:spcPts val="0"/>
              </a:spcAft>
              <a:buClr>
                <a:schemeClr val="dk1"/>
              </a:buClr>
              <a:buSzPts val="4000"/>
              <a:buChar char="●"/>
            </a:pPr>
            <a:r>
              <a:rPr b="0" lang="en-US" sz="4000" u="none">
                <a:solidFill>
                  <a:schemeClr val="dk1"/>
                </a:solidFill>
              </a:rPr>
              <a:t>“Danfoss – Engineering Tomorrow.” Www.danfoss.com, www.danfoss.com/en/. ‌</a:t>
            </a:r>
            <a:br>
              <a:rPr b="0" lang="en-US" sz="4000" u="none">
                <a:solidFill>
                  <a:schemeClr val="dk1"/>
                </a:solidFill>
              </a:rPr>
            </a:br>
            <a:endParaRPr b="0" sz="4000" u="none">
              <a:solidFill>
                <a:schemeClr val="dk1"/>
              </a:solidFill>
            </a:endParaRPr>
          </a:p>
          <a:p>
            <a:pPr indent="-165100" lvl="1" marL="342900" rtl="0" algn="l">
              <a:lnSpc>
                <a:spcPct val="150000"/>
              </a:lnSpc>
              <a:spcBef>
                <a:spcPts val="0"/>
              </a:spcBef>
              <a:spcAft>
                <a:spcPts val="0"/>
              </a:spcAft>
              <a:buSzPts val="2800"/>
              <a:buNone/>
            </a:pPr>
            <a:r>
              <a:t/>
            </a:r>
            <a:endParaRPr/>
          </a:p>
          <a:p>
            <a:pPr indent="0" lvl="0" marL="0" rtl="0" algn="l">
              <a:lnSpc>
                <a:spcPct val="150000"/>
              </a:lnSpc>
              <a:spcBef>
                <a:spcPts val="0"/>
              </a:spcBef>
              <a:spcAft>
                <a:spcPts val="0"/>
              </a:spcAft>
              <a:buNone/>
            </a:pPr>
            <a:r>
              <a:rPr lang="en-US"/>
              <a:t>Acknowledgments</a:t>
            </a:r>
            <a:endParaRPr/>
          </a:p>
          <a:p>
            <a:pPr indent="0" lvl="0" marL="0" rtl="0" algn="l">
              <a:lnSpc>
                <a:spcPct val="150000"/>
              </a:lnSpc>
              <a:spcBef>
                <a:spcPts val="0"/>
              </a:spcBef>
              <a:spcAft>
                <a:spcPts val="0"/>
              </a:spcAft>
              <a:buNone/>
            </a:pPr>
            <a:r>
              <a:rPr b="0" lang="en-US" sz="4000" u="none">
                <a:solidFill>
                  <a:schemeClr val="dk1"/>
                </a:solidFill>
              </a:rPr>
              <a:t>We would like to express our sincere gratitude to Dr. John Lusher, Dr. Prasad Enjeti, and Roman Venegas for their invaluable guidance and support throughout this project. Their expertise and feedback played a key role in shaping our design and overcoming technical challenges.</a:t>
            </a:r>
            <a:endParaRPr b="0" sz="4000" u="none">
              <a:solidFill>
                <a:schemeClr val="dk1"/>
              </a:solidFill>
            </a:endParaRPr>
          </a:p>
        </p:txBody>
      </p:sp>
      <p:pic>
        <p:nvPicPr>
          <p:cNvPr id="73" name="Google Shape;73;p14" title="feature_importance.png"/>
          <p:cNvPicPr preferRelativeResize="0"/>
          <p:nvPr/>
        </p:nvPicPr>
        <p:blipFill>
          <a:blip r:embed="rId3">
            <a:alphaModFix/>
          </a:blip>
          <a:stretch>
            <a:fillRect/>
          </a:stretch>
        </p:blipFill>
        <p:spPr>
          <a:xfrm>
            <a:off x="11286312" y="14507138"/>
            <a:ext cx="10249548" cy="6111376"/>
          </a:xfrm>
          <a:prstGeom prst="rect">
            <a:avLst/>
          </a:prstGeom>
          <a:noFill/>
          <a:ln>
            <a:noFill/>
          </a:ln>
        </p:spPr>
      </p:pic>
      <p:pic>
        <p:nvPicPr>
          <p:cNvPr id="74" name="Google Shape;74;p14"/>
          <p:cNvPicPr preferRelativeResize="0"/>
          <p:nvPr/>
        </p:nvPicPr>
        <p:blipFill rotWithShape="1">
          <a:blip r:embed="rId4">
            <a:alphaModFix/>
          </a:blip>
          <a:srcRect b="31920" l="0" r="0" t="26707"/>
          <a:stretch/>
        </p:blipFill>
        <p:spPr>
          <a:xfrm>
            <a:off x="33398450" y="2902944"/>
            <a:ext cx="9829800" cy="2033556"/>
          </a:xfrm>
          <a:prstGeom prst="rect">
            <a:avLst/>
          </a:prstGeom>
          <a:noFill/>
          <a:ln>
            <a:noFill/>
          </a:ln>
        </p:spPr>
      </p:pic>
      <p:pic>
        <p:nvPicPr>
          <p:cNvPr id="75" name="Google Shape;75;p14" title="ChatGPT Image Feb 9, 2026, 01_06_54 PM.png"/>
          <p:cNvPicPr preferRelativeResize="0"/>
          <p:nvPr/>
        </p:nvPicPr>
        <p:blipFill rotWithShape="1">
          <a:blip r:embed="rId5">
            <a:alphaModFix/>
          </a:blip>
          <a:srcRect b="0" l="0" r="0" t="0"/>
          <a:stretch/>
        </p:blipFill>
        <p:spPr>
          <a:xfrm>
            <a:off x="719550" y="24589507"/>
            <a:ext cx="9482200" cy="6828042"/>
          </a:xfrm>
          <a:prstGeom prst="rect">
            <a:avLst/>
          </a:prstGeom>
          <a:noFill/>
          <a:ln>
            <a:noFill/>
          </a:ln>
        </p:spPr>
      </p:pic>
      <p:pic>
        <p:nvPicPr>
          <p:cNvPr id="76" name="Google Shape;76;p14"/>
          <p:cNvPicPr preferRelativeResize="0"/>
          <p:nvPr/>
        </p:nvPicPr>
        <p:blipFill>
          <a:blip r:embed="rId6">
            <a:alphaModFix/>
          </a:blip>
          <a:stretch>
            <a:fillRect/>
          </a:stretch>
        </p:blipFill>
        <p:spPr>
          <a:xfrm>
            <a:off x="22244875" y="14032500"/>
            <a:ext cx="4226800" cy="7060674"/>
          </a:xfrm>
          <a:prstGeom prst="rect">
            <a:avLst/>
          </a:prstGeom>
          <a:noFill/>
          <a:ln>
            <a:noFill/>
          </a:ln>
        </p:spPr>
      </p:pic>
      <p:pic>
        <p:nvPicPr>
          <p:cNvPr id="77" name="Google Shape;77;p14" title="power_fixed.png"/>
          <p:cNvPicPr preferRelativeResize="0"/>
          <p:nvPr/>
        </p:nvPicPr>
        <p:blipFill>
          <a:blip r:embed="rId7">
            <a:alphaModFix/>
          </a:blip>
          <a:stretch>
            <a:fillRect/>
          </a:stretch>
        </p:blipFill>
        <p:spPr>
          <a:xfrm>
            <a:off x="27179350" y="14032502"/>
            <a:ext cx="5259973" cy="3247601"/>
          </a:xfrm>
          <a:prstGeom prst="rect">
            <a:avLst/>
          </a:prstGeom>
          <a:noFill/>
          <a:ln cap="flat" cmpd="sng" w="9525">
            <a:solidFill>
              <a:srgbClr val="353535"/>
            </a:solidFill>
            <a:prstDash val="solid"/>
            <a:round/>
            <a:headEnd len="sm" w="sm" type="none"/>
            <a:tailEnd len="sm" w="sm" type="none"/>
          </a:ln>
        </p:spPr>
      </p:pic>
      <p:pic>
        <p:nvPicPr>
          <p:cNvPr id="78" name="Google Shape;78;p14" title="vrms_final.png"/>
          <p:cNvPicPr preferRelativeResize="0"/>
          <p:nvPr/>
        </p:nvPicPr>
        <p:blipFill>
          <a:blip r:embed="rId8">
            <a:alphaModFix/>
          </a:blip>
          <a:stretch>
            <a:fillRect/>
          </a:stretch>
        </p:blipFill>
        <p:spPr>
          <a:xfrm>
            <a:off x="27192163" y="18039888"/>
            <a:ext cx="5234351" cy="3247601"/>
          </a:xfrm>
          <a:prstGeom prst="rect">
            <a:avLst/>
          </a:prstGeom>
          <a:noFill/>
          <a:ln cap="flat" cmpd="sng" w="9525">
            <a:solidFill>
              <a:srgbClr val="353535"/>
            </a:solidFill>
            <a:prstDash val="solid"/>
            <a:round/>
            <a:headEnd len="sm" w="sm" type="none"/>
            <a:tailEnd len="sm" w="sm" type="none"/>
          </a:ln>
        </p:spPr>
      </p:pic>
      <p:graphicFrame>
        <p:nvGraphicFramePr>
          <p:cNvPr id="79" name="Google Shape;79;p14"/>
          <p:cNvGraphicFramePr/>
          <p:nvPr/>
        </p:nvGraphicFramePr>
        <p:xfrm>
          <a:off x="11745600" y="21287500"/>
          <a:ext cx="3000000" cy="3000000"/>
        </p:xfrm>
        <a:graphic>
          <a:graphicData uri="http://schemas.openxmlformats.org/drawingml/2006/table">
            <a:tbl>
              <a:tblPr>
                <a:noFill/>
                <a:tableStyleId>{BE902DFD-B05A-4CA2-B686-16B8C4A93C18}</a:tableStyleId>
              </a:tblPr>
              <a:tblGrid>
                <a:gridCol w="2285875"/>
                <a:gridCol w="1527375"/>
                <a:gridCol w="1436850"/>
                <a:gridCol w="4440425"/>
              </a:tblGrid>
              <a:tr h="660400">
                <a:tc>
                  <a:txBody>
                    <a:bodyPr/>
                    <a:lstStyle/>
                    <a:p>
                      <a:pPr indent="0" lvl="0" marL="0" rtl="0" algn="l">
                        <a:spcBef>
                          <a:spcPts val="0"/>
                        </a:spcBef>
                        <a:spcAft>
                          <a:spcPts val="0"/>
                        </a:spcAft>
                        <a:buNone/>
                      </a:pPr>
                      <a:r>
                        <a:rPr b="1" lang="en-US" sz="1200">
                          <a:latin typeface="Sora"/>
                          <a:ea typeface="Sora"/>
                          <a:cs typeface="Sora"/>
                          <a:sym typeface="Sora"/>
                        </a:rPr>
                        <a:t>Device/Scenario</a:t>
                      </a:r>
                      <a:endParaRPr b="1"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3D85C6"/>
                    </a:solidFill>
                  </a:tcPr>
                </a:tc>
                <a:tc>
                  <a:txBody>
                    <a:bodyPr/>
                    <a:lstStyle/>
                    <a:p>
                      <a:pPr indent="0" lvl="0" marL="0" rtl="0" algn="l">
                        <a:spcBef>
                          <a:spcPts val="0"/>
                        </a:spcBef>
                        <a:spcAft>
                          <a:spcPts val="0"/>
                        </a:spcAft>
                        <a:buNone/>
                      </a:pPr>
                      <a:r>
                        <a:rPr b="1" lang="en-US" sz="1200">
                          <a:latin typeface="Sora"/>
                          <a:ea typeface="Sora"/>
                          <a:cs typeface="Sora"/>
                          <a:sym typeface="Sora"/>
                        </a:rPr>
                        <a:t>Current (A)</a:t>
                      </a:r>
                      <a:endParaRPr b="1"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3D85C6"/>
                    </a:solidFill>
                  </a:tcPr>
                </a:tc>
                <a:tc>
                  <a:txBody>
                    <a:bodyPr/>
                    <a:lstStyle/>
                    <a:p>
                      <a:pPr indent="0" lvl="0" marL="0" rtl="0" algn="l">
                        <a:spcBef>
                          <a:spcPts val="0"/>
                        </a:spcBef>
                        <a:spcAft>
                          <a:spcPts val="0"/>
                        </a:spcAft>
                        <a:buNone/>
                      </a:pPr>
                      <a:r>
                        <a:rPr b="1" lang="en-US" sz="1200">
                          <a:latin typeface="Sora"/>
                          <a:ea typeface="Sora"/>
                          <a:cs typeface="Sora"/>
                          <a:sym typeface="Sora"/>
                        </a:rPr>
                        <a:t>Power (W) </a:t>
                      </a:r>
                      <a:endParaRPr b="1"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3D85C6"/>
                    </a:solidFill>
                  </a:tcPr>
                </a:tc>
                <a:tc>
                  <a:txBody>
                    <a:bodyPr/>
                    <a:lstStyle/>
                    <a:p>
                      <a:pPr indent="0" lvl="0" marL="0" rtl="0" algn="l">
                        <a:spcBef>
                          <a:spcPts val="0"/>
                        </a:spcBef>
                        <a:spcAft>
                          <a:spcPts val="0"/>
                        </a:spcAft>
                        <a:buNone/>
                      </a:pPr>
                      <a:r>
                        <a:rPr b="1" lang="en-US" sz="1200">
                          <a:latin typeface="Sora"/>
                          <a:ea typeface="Sora"/>
                          <a:cs typeface="Sora"/>
                          <a:sym typeface="Sora"/>
                        </a:rPr>
                        <a:t>Behavior</a:t>
                      </a:r>
                      <a:endParaRPr b="1"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3D85C6"/>
                    </a:solidFill>
                  </a:tcPr>
                </a:tc>
              </a:tr>
              <a:tr h="660400">
                <a:tc>
                  <a:txBody>
                    <a:bodyPr/>
                    <a:lstStyle/>
                    <a:p>
                      <a:pPr indent="0" lvl="0" marL="0" rtl="0" algn="l">
                        <a:spcBef>
                          <a:spcPts val="0"/>
                        </a:spcBef>
                        <a:spcAft>
                          <a:spcPts val="0"/>
                        </a:spcAft>
                        <a:buNone/>
                      </a:pPr>
                      <a:r>
                        <a:rPr lang="en-US" sz="1200">
                          <a:latin typeface="Sora"/>
                          <a:ea typeface="Sora"/>
                          <a:cs typeface="Sora"/>
                          <a:sym typeface="Sora"/>
                        </a:rPr>
                        <a:t>Hair Dryer</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~0-12.8</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~0-1536</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Step increase with fan/heat settings</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r>
              <a:tr h="660400">
                <a:tc>
                  <a:txBody>
                    <a:bodyPr/>
                    <a:lstStyle/>
                    <a:p>
                      <a:pPr indent="0" lvl="0" marL="0" rtl="0" algn="l">
                        <a:spcBef>
                          <a:spcPts val="0"/>
                        </a:spcBef>
                        <a:spcAft>
                          <a:spcPts val="0"/>
                        </a:spcAft>
                        <a:buNone/>
                      </a:pPr>
                      <a:r>
                        <a:rPr lang="en-US" sz="1200">
                          <a:latin typeface="Sora"/>
                          <a:ea typeface="Sora"/>
                          <a:cs typeface="Sora"/>
                          <a:sym typeface="Sora"/>
                        </a:rPr>
                        <a:t>Toaster</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~0-6</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~0-720</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Binary ON/OFF resistive load</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r>
              <a:tr h="660400">
                <a:tc>
                  <a:txBody>
                    <a:bodyPr/>
                    <a:lstStyle/>
                    <a:p>
                      <a:pPr indent="0" lvl="0" marL="0" rtl="0" algn="l">
                        <a:spcBef>
                          <a:spcPts val="0"/>
                        </a:spcBef>
                        <a:spcAft>
                          <a:spcPts val="0"/>
                        </a:spcAft>
                        <a:buNone/>
                      </a:pPr>
                      <a:r>
                        <a:rPr lang="en-US" sz="1200">
                          <a:latin typeface="Sora"/>
                          <a:ea typeface="Sora"/>
                          <a:cs typeface="Sora"/>
                          <a:sym typeface="Sora"/>
                        </a:rPr>
                        <a:t>Lamp (Touch LED)</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~0.06</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~7</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Stable low-power lighting load</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r>
              <a:tr h="660400">
                <a:tc>
                  <a:txBody>
                    <a:bodyPr/>
                    <a:lstStyle/>
                    <a:p>
                      <a:pPr indent="0" lvl="0" marL="0" rtl="0" algn="l">
                        <a:spcBef>
                          <a:spcPts val="0"/>
                        </a:spcBef>
                        <a:spcAft>
                          <a:spcPts val="0"/>
                        </a:spcAft>
                        <a:buNone/>
                      </a:pPr>
                      <a:r>
                        <a:rPr lang="en-US" sz="1200">
                          <a:latin typeface="Sora"/>
                          <a:ea typeface="Sora"/>
                          <a:cs typeface="Sora"/>
                          <a:sym typeface="Sora"/>
                        </a:rPr>
                        <a:t>Laptop Charger</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~0.7-1.0</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~84-120</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Consistent low–mid power draw</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r>
              <a:tr h="660400">
                <a:tc>
                  <a:txBody>
                    <a:bodyPr/>
                    <a:lstStyle/>
                    <a:p>
                      <a:pPr indent="0" lvl="0" marL="0" rtl="0" algn="l">
                        <a:spcBef>
                          <a:spcPts val="0"/>
                        </a:spcBef>
                        <a:spcAft>
                          <a:spcPts val="0"/>
                        </a:spcAft>
                        <a:buNone/>
                      </a:pPr>
                      <a:r>
                        <a:rPr lang="en-US" sz="1200">
                          <a:latin typeface="Sora"/>
                          <a:ea typeface="Sora"/>
                          <a:cs typeface="Sora"/>
                          <a:sym typeface="Sora"/>
                        </a:rPr>
                        <a:t>Combined Load</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~5.\8-6.1</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~696-7</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latin typeface="Sora"/>
                          <a:ea typeface="Sora"/>
                          <a:cs typeface="Sora"/>
                          <a:sym typeface="Sora"/>
                        </a:rPr>
                        <a:t>Stable aggregate multi-device response</a:t>
                      </a:r>
                      <a:endParaRPr sz="1200">
                        <a:latin typeface="Sora"/>
                        <a:ea typeface="Sora"/>
                        <a:cs typeface="Sora"/>
                        <a:sym typeface="Sora"/>
                      </a:endParaRPr>
                    </a:p>
                  </a:txBody>
                  <a:tcPr marT="91425" marB="91425" marR="91425" marL="91425">
                    <a:lnL cap="flat" cmpd="sng" w="9525">
                      <a:solidFill>
                        <a:srgbClr val="353535"/>
                      </a:solidFill>
                      <a:prstDash val="solid"/>
                      <a:round/>
                      <a:headEnd len="sm" w="sm" type="none"/>
                      <a:tailEnd len="sm" w="sm" type="none"/>
                    </a:lnL>
                    <a:lnR cap="flat" cmpd="sng" w="9525">
                      <a:solidFill>
                        <a:srgbClr val="353535"/>
                      </a:solidFill>
                      <a:prstDash val="solid"/>
                      <a:round/>
                      <a:headEnd len="sm" w="sm" type="none"/>
                      <a:tailEnd len="sm" w="sm" type="none"/>
                    </a:lnR>
                    <a:lnT cap="flat" cmpd="sng" w="9525">
                      <a:solidFill>
                        <a:srgbClr val="353535"/>
                      </a:solidFill>
                      <a:prstDash val="solid"/>
                      <a:round/>
                      <a:headEnd len="sm" w="sm" type="none"/>
                      <a:tailEnd len="sm" w="sm" type="none"/>
                    </a:lnT>
                    <a:lnB cap="flat" cmpd="sng" w="9525">
                      <a:solidFill>
                        <a:srgbClr val="353535"/>
                      </a:solidFill>
                      <a:prstDash val="solid"/>
                      <a:round/>
                      <a:headEnd len="sm" w="sm" type="none"/>
                      <a:tailEnd len="sm" w="sm" type="none"/>
                    </a:lnB>
                    <a:solidFill>
                      <a:srgbClr val="FFFFFF"/>
                    </a:solidFill>
                  </a:tcPr>
                </a:tc>
              </a:tr>
            </a:tbl>
          </a:graphicData>
        </a:graphic>
      </p:graphicFrame>
      <p:pic>
        <p:nvPicPr>
          <p:cNvPr id="80" name="Google Shape;80;p14" title="ChatGPT Image Apr 23, 2026, 06_10_48 PM.png"/>
          <p:cNvPicPr preferRelativeResize="0"/>
          <p:nvPr/>
        </p:nvPicPr>
        <p:blipFill>
          <a:blip r:embed="rId9">
            <a:alphaModFix/>
          </a:blip>
          <a:stretch>
            <a:fillRect/>
          </a:stretch>
        </p:blipFill>
        <p:spPr>
          <a:xfrm>
            <a:off x="1442450" y="11936300"/>
            <a:ext cx="8036401" cy="5213749"/>
          </a:xfrm>
          <a:prstGeom prst="rect">
            <a:avLst/>
          </a:prstGeom>
          <a:noFill/>
          <a:ln>
            <a:noFill/>
          </a:ln>
        </p:spPr>
      </p:pic>
      <p:pic>
        <p:nvPicPr>
          <p:cNvPr id="81" name="Google Shape;81;p14"/>
          <p:cNvPicPr preferRelativeResize="0"/>
          <p:nvPr/>
        </p:nvPicPr>
        <p:blipFill>
          <a:blip r:embed="rId10">
            <a:alphaModFix/>
          </a:blip>
          <a:stretch>
            <a:fillRect/>
          </a:stretch>
        </p:blipFill>
        <p:spPr>
          <a:xfrm>
            <a:off x="1628375" y="2605151"/>
            <a:ext cx="4454375" cy="2523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