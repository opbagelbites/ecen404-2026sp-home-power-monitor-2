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5e4ecbe3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5e4ecbe3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5e4ecbe3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5e4ecbe3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5e4ecbe33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5e4ecbe33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OHM Sweet Home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Weekly Update 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120"/>
              <a:t>SFE/Signal Conditioning/Embedded Systems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2603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/>
              <a:t>Completed:</a:t>
            </a:r>
            <a:endParaRPr b="1"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Finished schematic designs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Completed PCB design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Addition of Voltage Sensing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Added external ADC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/>
              <a:t>In Progress:</a:t>
            </a:r>
            <a:endParaRPr b="1"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Waiting for PCB approval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Part Order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8075" y="1152475"/>
            <a:ext cx="5725926" cy="3990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2987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Completed:</a:t>
            </a:r>
            <a:endParaRPr b="1"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Setup Google Cloud Run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In Progress:</a:t>
            </a:r>
            <a:endParaRPr b="1"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Verifying</a:t>
            </a:r>
            <a:r>
              <a:rPr lang="en" sz="1400"/>
              <a:t> the flow of data from ESP -&gt; Cloud -&gt; Database</a:t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 Development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233025" y="1116700"/>
            <a:ext cx="4137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Completed: Fixed Backfill Algorithm so the charts </a:t>
            </a:r>
            <a:r>
              <a:rPr lang="en" sz="1600"/>
              <a:t>don't</a:t>
            </a:r>
            <a:r>
              <a:rPr lang="en" sz="1600"/>
              <a:t> have empty space in the history char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In Progress: Make it look nicer, work with microcontroller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en" sz="1600"/>
            </a:br>
            <a:br>
              <a:rPr lang="en" sz="1600"/>
            </a:br>
            <a:br>
              <a:rPr lang="en"/>
            </a:b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4100" y="844562"/>
            <a:ext cx="2868475" cy="345437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